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012f72b7104582" /><Relationship Type="http://schemas.openxmlformats.org/officeDocument/2006/relationships/extended-properties" Target="/docProps/app.xml" Id="Rf789a5aa06e84332" /><Relationship Type="http://schemas.openxmlformats.org/officeDocument/2006/relationships/officeDocument" Target="/ppt/presentation.xml" Id="Rbcb5447d80f24c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6b27ecbbd94a92"/>
  </p:sldMasterIdLst>
  <p:notesMasterIdLst>
    <p:notesMasterId xmlns:r="http://schemas.openxmlformats.org/officeDocument/2006/relationships" r:id="Reb63c760de5b41e8"/>
  </p:notesMasterIdLst>
  <p:sldIdLst>
    <p:sldId xmlns:r="http://schemas.openxmlformats.org/officeDocument/2006/relationships" id="256" r:id="Rd7a3c0ff76bd432c"/>
    <p:sldId xmlns:r="http://schemas.openxmlformats.org/officeDocument/2006/relationships" id="257" r:id="R24525844922b49d9"/>
    <p:sldId xmlns:r="http://schemas.openxmlformats.org/officeDocument/2006/relationships" id="258" r:id="R1f5ebbcddf644e84"/>
    <p:sldId xmlns:r="http://schemas.openxmlformats.org/officeDocument/2006/relationships" id="259" r:id="R428175a7272144ec"/>
    <p:sldId xmlns:r="http://schemas.openxmlformats.org/officeDocument/2006/relationships" id="260" r:id="Rad5a96ec54064dd4"/>
    <p:sldId xmlns:r="http://schemas.openxmlformats.org/officeDocument/2006/relationships" id="261" r:id="Rfcadd324d2b34211"/>
    <p:sldId xmlns:r="http://schemas.openxmlformats.org/officeDocument/2006/relationships" id="262" r:id="Rb95b1ac883154ad1"/>
    <p:sldId xmlns:r="http://schemas.openxmlformats.org/officeDocument/2006/relationships" id="263" r:id="R10f962ce4f594be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7672b3610842c6" /><Relationship Type="http://schemas.openxmlformats.org/officeDocument/2006/relationships/slideMaster" Target="/ppt/slideMasters/slideMaster1.xml" Id="Rd46b27ecbbd94a92" /><Relationship Type="http://schemas.openxmlformats.org/officeDocument/2006/relationships/notesMaster" Target="/ppt/notesMasters/notesMaster1.xml" Id="Reb63c760de5b41e8" /><Relationship Type="http://schemas.openxmlformats.org/officeDocument/2006/relationships/presProps" Target="/ppt/presProps.xml" Id="Rccfd28b0d9b74e8f" /><Relationship Type="http://schemas.openxmlformats.org/officeDocument/2006/relationships/tableStyles" Target="/ppt/tableStyles.xml" Id="R667b19915f8f41fe" /><Relationship Type="http://schemas.openxmlformats.org/officeDocument/2006/relationships/slide" Target="/ppt/slides/slide1.xml" Id="Rd7a3c0ff76bd432c" /><Relationship Type="http://schemas.openxmlformats.org/officeDocument/2006/relationships/slide" Target="/ppt/slides/slide2.xml" Id="R24525844922b49d9" /><Relationship Type="http://schemas.openxmlformats.org/officeDocument/2006/relationships/slide" Target="/ppt/slides/slide3.xml" Id="R1f5ebbcddf644e84" /><Relationship Type="http://schemas.openxmlformats.org/officeDocument/2006/relationships/slide" Target="/ppt/slides/slide4.xml" Id="R428175a7272144ec" /><Relationship Type="http://schemas.openxmlformats.org/officeDocument/2006/relationships/slide" Target="/ppt/slides/slide5.xml" Id="Rad5a96ec54064dd4" /><Relationship Type="http://schemas.openxmlformats.org/officeDocument/2006/relationships/slide" Target="/ppt/slides/slide6.xml" Id="Rfcadd324d2b34211" /><Relationship Type="http://schemas.openxmlformats.org/officeDocument/2006/relationships/slide" Target="/ppt/slides/slide7.xml" Id="Rb95b1ac883154ad1" /><Relationship Type="http://schemas.openxmlformats.org/officeDocument/2006/relationships/slide" Target="/ppt/slides/slide8.xml" Id="R10f962ce4f594b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db3823d06748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d39cc8716e4368" /><Relationship Type="http://schemas.openxmlformats.org/officeDocument/2006/relationships/notesMaster" Target="/ppt/notesMasters/notesMaster1.xml" Id="R45f5ec9717e046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09200478374166" /><Relationship Type="http://schemas.openxmlformats.org/officeDocument/2006/relationships/notesMaster" Target="/ppt/notesMasters/notesMaster1.xml" Id="R70abb41d122649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4e4f778f41429f" /><Relationship Type="http://schemas.openxmlformats.org/officeDocument/2006/relationships/notesMaster" Target="/ppt/notesMasters/notesMaster1.xml" Id="R338f424771654f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c78412c6d5e4e25" /><Relationship Type="http://schemas.openxmlformats.org/officeDocument/2006/relationships/notesMaster" Target="/ppt/notesMasters/notesMaster1.xml" Id="R891956900d6e4b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8c4ebea4974189" /><Relationship Type="http://schemas.openxmlformats.org/officeDocument/2006/relationships/notesMaster" Target="/ppt/notesMasters/notesMaster1.xml" Id="R9cf365b2f05542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b71eeb42beb4c87" /><Relationship Type="http://schemas.openxmlformats.org/officeDocument/2006/relationships/notesMaster" Target="/ppt/notesMasters/notesMaster1.xml" Id="R4b17a8a3c4274d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5e0d0dd38441a3" /><Relationship Type="http://schemas.openxmlformats.org/officeDocument/2006/relationships/notesMaster" Target="/ppt/notesMasters/notesMaster1.xml" Id="R563800989e8b42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ecd40d06c54ab4" /><Relationship Type="http://schemas.openxmlformats.org/officeDocument/2006/relationships/notesMaster" Target="/ppt/notesMasters/notesMaster1.xml" Id="R73457847478844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01024bcf9441b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001400d036453e" /><Relationship Type="http://schemas.openxmlformats.org/officeDocument/2006/relationships/slideLayout" Target="/ppt/slideLayouts/slideLayout1.xml" Id="R3066184a8fba4c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66184a8fba4c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3eb26ba3ef48a7" /><Relationship Type="http://schemas.openxmlformats.org/officeDocument/2006/relationships/notesSlide" Target="/ppt/notesSlides/notesSlide1.xml" Id="Rf5608410967a4a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170a31e9054ecc" /><Relationship Type="http://schemas.openxmlformats.org/officeDocument/2006/relationships/notesSlide" Target="/ppt/notesSlides/notesSlide2.xml" Id="R226e31b4713543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84eeae198e4aae" /><Relationship Type="http://schemas.openxmlformats.org/officeDocument/2006/relationships/notesSlide" Target="/ppt/notesSlides/notesSlide3.xml" Id="Red21909f064641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1f21b4410e474d" /><Relationship Type="http://schemas.openxmlformats.org/officeDocument/2006/relationships/notesSlide" Target="/ppt/notesSlides/notesSlide4.xml" Id="Rd5fb7957d4d54be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fbde2cc1a5480e" /><Relationship Type="http://schemas.openxmlformats.org/officeDocument/2006/relationships/notesSlide" Target="/ppt/notesSlides/notesSlide5.xml" Id="R2cda24b4da0d43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a8530c030c491d" /><Relationship Type="http://schemas.openxmlformats.org/officeDocument/2006/relationships/notesSlide" Target="/ppt/notesSlides/notesSlide6.xml" Id="R7006fea53a8d486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26b9209d5f4ef9" /><Relationship Type="http://schemas.openxmlformats.org/officeDocument/2006/relationships/notesSlide" Target="/ppt/notesSlides/notesSlide7.xml" Id="Rad0665e57034490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922e65ae744b89" /><Relationship Type="http://schemas.openxmlformats.org/officeDocument/2006/relationships/notesSlide" Target="/ppt/notesSlides/notesSlide8.xml" Id="Rd8980a7a4d834ad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C95C42-946F-487A-B95A-325BE851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82F2AB-45BF-463B-9847-4BB2A730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386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870137-5732-4BBE-BC0E-EE6B1DF3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673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DAF2C1-CCB9-4DE0-BC5C-28F07DCE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4352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C213D9-8DB6-41E4-9700-8548B51A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4956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cxnSp>
        <p:nvCxnSpPr>
          <p:cNvPr id="34" name=""/>
          <p:cNvCxnSpPr>
            <a:stCxn xmlns:a="http://schemas.openxmlformats.org/drawingml/2006/main" id="1" idx="4"/>
            <a:endCxn xmlns:a="http://schemas.openxmlformats.org/drawingml/2006/main" id="2" idx="1"/>
          </p:cNvCxnSpPr>
          <p:nvPr/>
        </p:nvCxnSpPr>
        <p:spPr>
          <a:xfrm xmlns:a="http://schemas.openxmlformats.org/drawingml/2006/main">
            <a:off x="1000125" y="3790950"/>
            <a:ext cx="388693" cy="883993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cxnSp>
        <p:nvCxnSpPr>
          <p:cNvPr id="35" name=""/>
          <p:cNvCxnSpPr>
            <a:stCxn xmlns:a="http://schemas.openxmlformats.org/drawingml/2006/main" id="2" idx="6"/>
            <a:endCxn xmlns:a="http://schemas.openxmlformats.org/drawingml/2006/main" id="3" idx="2"/>
          </p:cNvCxnSpPr>
          <p:nvPr/>
        </p:nvCxnSpPr>
        <p:spPr>
          <a:xfrm xmlns:a="http://schemas.openxmlformats.org/drawingml/2006/main">
            <a:off x="1600200" y="4762500"/>
            <a:ext cx="146685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cxnSp>
        <p:nvCxnSpPr>
          <p:cNvPr id="36" name=""/>
          <p:cNvCxnSpPr>
            <a:stCxn xmlns:a="http://schemas.openxmlformats.org/drawingml/2006/main" id="4" idx="7"/>
            <a:endCxn xmlns:a="http://schemas.openxmlformats.org/drawingml/2006/main" id="5" idx="3"/>
          </p:cNvCxnSpPr>
          <p:nvPr/>
        </p:nvCxnSpPr>
        <p:spPr>
          <a:xfrm xmlns:a="http://schemas.openxmlformats.org/drawingml/2006/main" flipV="1">
            <a:off x="10374557" y="3707057"/>
            <a:ext cx="634510" cy="68213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42E6E6-925B-4399-A7FF-294F314F7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"/>
            <a:ext cx="93345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Who did Viggo Mortensen play in The Lord of the Rings?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E2E47E-9D0B-4F50-A50F-3D2FE696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762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Прашање од WebQSP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803ECE-63B4-434E-B321-D027CE91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29813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7F5523-9D24-4A8C-A33F-AA889EF3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623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Viggo Mortensen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1F46C8-B6D9-4B78-931F-FA785D38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099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60EF71-CC40-415A-AD21-EC74FDC6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337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настап / улога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6FF39B-7312-4650-992A-292B12B5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9813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24D2CB-AA23-4ECF-9428-95D80EC3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95600"/>
            <a:ext cx="685800" cy="685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A7C3C3-7126-410D-A1E6-91D8D5FE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62350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E9B69"/>
                </a:solidFill>
                <a:latin typeface="Arial"/>
                <a:ea typeface="Arial"/>
                <a:cs typeface="Arial"/>
              </a:rPr>
              <a:t>Aragorn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821C26-D28A-4B72-975B-817EC6630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2197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C65BB9-BE8A-44E5-99C4-E04603CB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57054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The Lord of the Rings</a:t>
            </a:r>
          </a:p>
        </p:txBody>
      </p:sp>
      <p:cxnSp>
        <p:nvCxnSpPr>
          <p:cNvPr id="48" name=""/>
          <p:cNvCxnSpPr>
            <a:stCxn xmlns:a="http://schemas.openxmlformats.org/drawingml/2006/main" id="11" idx="6"/>
            <a:endCxn xmlns:a="http://schemas.openxmlformats.org/drawingml/2006/main" id="13" idx="2"/>
          </p:cNvCxnSpPr>
          <p:nvPr/>
        </p:nvCxnSpPr>
        <p:spPr>
          <a:xfrm xmlns:a="http://schemas.openxmlformats.org/drawingml/2006/main">
            <a:off x="2638425" y="3238500"/>
            <a:ext cx="30384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63746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13" idx="6"/>
            <a:endCxn xmlns:a="http://schemas.openxmlformats.org/drawingml/2006/main" id="15" idx="2"/>
          </p:cNvCxnSpPr>
          <p:nvPr/>
        </p:nvCxnSpPr>
        <p:spPr>
          <a:xfrm xmlns:a="http://schemas.openxmlformats.org/drawingml/2006/main">
            <a:off x="6134100" y="3238500"/>
            <a:ext cx="31337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63746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3" idx="4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5905500" y="3467100"/>
            <a:ext cx="0" cy="17526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94A262-C550-43A2-87C5-54EA90AC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098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film.actor.film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7A3E9F-D5F1-4925-91FD-59EF5016E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0985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film.performance.character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908946-7BFE-4957-922D-B46DA8C0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338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98D84"/>
                </a:solidFill>
                <a:latin typeface="Arial"/>
                <a:ea typeface="Arial"/>
                <a:cs typeface="Arial"/>
              </a:rPr>
              <a:t>film.performance.film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A2C6C4-BAC9-4EA3-B782-29792FD7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9528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F86C6"/>
                </a:solidFill>
                <a:latin typeface="Arial"/>
                <a:ea typeface="Arial"/>
                <a:cs typeface="Arial"/>
              </a:rPr>
              <a:t>почетен ентитет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C0A2DD-E135-4ECF-9587-D9E25932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528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9B69"/>
                </a:solidFill>
                <a:latin typeface="Arial"/>
                <a:ea typeface="Arial"/>
                <a:cs typeface="Arial"/>
              </a:rPr>
              <a:t>точен одговор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48A6EB-6C58-4ECD-872B-5737FE30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3887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две последователни релации</a:t>
            </a:r>
          </a:p>
        </p:txBody>
      </p:sp>
    </p:spTree>
    <p:extLst>
      <p:ext uri="{BB962C8B-B14F-4D97-AF65-F5344CB8AC3E}">
        <p14:creationId xmlns:p14="http://schemas.microsoft.com/office/powerpoint/2010/main" val="4447062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506719-1A35-448E-96AC-2079E9B4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248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48A253-3E09-4A73-94C4-7108B13F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48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EBF4A2-5D34-4B7B-9165-5DF48004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248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FD148C-BAA3-4253-B6E6-2E0D5815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248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cxnSp>
        <p:nvCxnSpPr>
          <p:cNvPr id="46" name=""/>
          <p:cNvCxnSpPr>
            <a:stCxn xmlns:a="http://schemas.openxmlformats.org/drawingml/2006/main" id="1" idx="6"/>
            <a:endCxn xmlns:a="http://schemas.openxmlformats.org/drawingml/2006/main" id="2" idx="2"/>
          </p:cNvCxnSpPr>
          <p:nvPr/>
        </p:nvCxnSpPr>
        <p:spPr>
          <a:xfrm xmlns:a="http://schemas.openxmlformats.org/drawingml/2006/main">
            <a:off x="1638300" y="3314700"/>
            <a:ext cx="2819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cxnSp>
        <p:nvCxnSpPr>
          <p:cNvPr id="47" name=""/>
          <p:cNvCxnSpPr>
            <a:stCxn xmlns:a="http://schemas.openxmlformats.org/drawingml/2006/main" id="2" idx="6"/>
            <a:endCxn xmlns:a="http://schemas.openxmlformats.org/drawingml/2006/main" id="3" idx="2"/>
          </p:cNvCxnSpPr>
          <p:nvPr/>
        </p:nvCxnSpPr>
        <p:spPr>
          <a:xfrm xmlns:a="http://schemas.openxmlformats.org/drawingml/2006/main">
            <a:off x="4591050" y="3314700"/>
            <a:ext cx="28670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cxnSp>
        <p:nvCxnSpPr>
          <p:cNvPr id="48" name=""/>
          <p:cNvCxnSpPr>
            <a:stCxn xmlns:a="http://schemas.openxmlformats.org/drawingml/2006/main" id="3" idx="6"/>
            <a:endCxn xmlns:a="http://schemas.openxmlformats.org/drawingml/2006/main" id="4" idx="2"/>
          </p:cNvCxnSpPr>
          <p:nvPr/>
        </p:nvCxnSpPr>
        <p:spPr>
          <a:xfrm xmlns:a="http://schemas.openxmlformats.org/drawingml/2006/main">
            <a:off x="7591425" y="3314700"/>
            <a:ext cx="2819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F5272-895E-466F-B459-EA0EFE8E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4098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E705A4-AC6D-4670-B18C-A6EA15CB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9431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F1B38C-6B1A-4631-88DC-6275F60A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8860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18DA3B-8EDF-4C37-A175-D96C18BA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cxnSp>
        <p:nvCxnSpPr>
          <p:cNvPr id="53" name=""/>
          <p:cNvCxnSpPr>
            <a:stCxn xmlns:a="http://schemas.openxmlformats.org/drawingml/2006/main" id="9" idx="5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1023797" y="2138222"/>
            <a:ext cx="433329" cy="319029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86C6"/>
            </a:solidFill>
            <a:prstDash val="solid"/>
            <a:tailEnd type="none" w="med" len="med"/>
          </a:ln>
        </p:spPr>
      </p:cxnSp>
      <p:cxnSp>
        <p:nvCxnSpPr>
          <p:cNvPr id="54" name=""/>
          <p:cNvCxnSpPr>
            <a:stCxn xmlns:a="http://schemas.openxmlformats.org/drawingml/2006/main" id="10" idx="7"/>
            <a:endCxn xmlns:a="http://schemas.openxmlformats.org/drawingml/2006/main" id="8" idx="3"/>
          </p:cNvCxnSpPr>
          <p:nvPr/>
        </p:nvCxnSpPr>
        <p:spPr>
          <a:xfrm xmlns:a="http://schemas.openxmlformats.org/drawingml/2006/main" flipV="1">
            <a:off x="890447" y="2686248"/>
            <a:ext cx="566679" cy="233304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86C6"/>
            </a:solidFill>
            <a:prstDash val="solid"/>
            <a:tailEnd type="none" w="med" len="med"/>
          </a:ln>
        </p:spPr>
      </p:cxnSp>
      <p:cxnSp>
        <p:nvCxnSpPr>
          <p:cNvPr id="55" name=""/>
          <p:cNvCxnSpPr>
            <a:stCxn xmlns:a="http://schemas.openxmlformats.org/drawingml/2006/main" id="11" idx="2"/>
            <a:endCxn xmlns:a="http://schemas.openxmlformats.org/drawingml/2006/main" id="8" idx="6"/>
          </p:cNvCxnSpPr>
          <p:nvPr/>
        </p:nvCxnSpPr>
        <p:spPr>
          <a:xfrm xmlns:a="http://schemas.openxmlformats.org/drawingml/2006/main" flipH="1" flipV="1">
            <a:off x="1733550" y="2571750"/>
            <a:ext cx="428625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86C6"/>
            </a:solidFill>
            <a:prstDash val="solid"/>
            <a:tailEnd type="non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F6588D-0D4F-4BE3-9C56-E4109B0D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98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D9794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6BAC63-2613-424B-8B77-197B0BBF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0574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cxnSp>
        <p:nvCxnSpPr>
          <p:cNvPr id="58" name=""/>
          <p:cNvCxnSpPr>
            <a:stCxn xmlns:a="http://schemas.openxmlformats.org/drawingml/2006/main" id="16" idx="5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3862247" y="2252522"/>
            <a:ext cx="547629" cy="204729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4F86C6"/>
            </a:solidFill>
            <a:prstDash val="solid"/>
            <a:tailEnd type="none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1E2545-F8BF-4C31-8CD6-5E7FA621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9146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cxnSp>
        <p:nvCxnSpPr>
          <p:cNvPr id="60" name=""/>
          <p:cNvCxnSpPr>
            <a:stCxn xmlns:a="http://schemas.openxmlformats.org/drawingml/2006/main" id="18" idx="7"/>
            <a:endCxn xmlns:a="http://schemas.openxmlformats.org/drawingml/2006/main" id="15" idx="3"/>
          </p:cNvCxnSpPr>
          <p:nvPr/>
        </p:nvCxnSpPr>
        <p:spPr>
          <a:xfrm xmlns:a="http://schemas.openxmlformats.org/drawingml/2006/main" flipV="1">
            <a:off x="3862247" y="2686248"/>
            <a:ext cx="547629" cy="261879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5A23C"/>
            </a:solidFill>
            <a:prstDash val="solid"/>
            <a:tailEnd type="none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6ED26F-97F6-4D0B-BD9D-2129265E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62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cxnSp>
        <p:nvCxnSpPr>
          <p:cNvPr id="62" name=""/>
          <p:cNvCxnSpPr>
            <a:stCxn xmlns:a="http://schemas.openxmlformats.org/drawingml/2006/main" id="20" idx="2"/>
            <a:endCxn xmlns:a="http://schemas.openxmlformats.org/drawingml/2006/main" id="15" idx="6"/>
          </p:cNvCxnSpPr>
          <p:nvPr/>
        </p:nvCxnSpPr>
        <p:spPr>
          <a:xfrm xmlns:a="http://schemas.openxmlformats.org/drawingml/2006/main" flipH="1">
            <a:off x="4686300" y="2476500"/>
            <a:ext cx="438150" cy="952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none" w="med" len="me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AD3DF8-D772-41D2-A912-C957F4B7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790700"/>
            <a:ext cx="104775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1ECF7"/>
          </a:solidFill>
          <a:ln xmlns:a="http://schemas.openxmlformats.org/drawingml/2006/main" w="19050">
            <a:solidFill>
              <a:srgbClr val="8064A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4441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i₁  i₂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20FD47-E0FF-48EA-AD6E-353C0695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00325"/>
            <a:ext cx="1047750" cy="523875"/>
          </a:xfrm>
          <a:prstGeom xmlns:a="http://schemas.openxmlformats.org/drawingml/2006/main" prst="roundRect">
            <a:avLst>
              <a:gd name="adj" fmla="val 25455"/>
            </a:avLst>
          </a:prstGeom>
          <a:solidFill xmlns:a="http://schemas.openxmlformats.org/drawingml/2006/main">
            <a:srgbClr val="FBEDE5"/>
          </a:solidFill>
          <a:ln xmlns:a="http://schemas.openxmlformats.org/drawingml/2006/main" w="19050">
            <a:solidFill>
              <a:srgbClr val="D9794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GNN</a:t>
            </a:r>
          </a:p>
        </p:txBody>
      </p:sp>
      <p:cxnSp>
        <p:nvCxnSpPr>
          <p:cNvPr id="65" name=""/>
          <p:cNvCxnSpPr>
            <a:stCxn xmlns:a="http://schemas.openxmlformats.org/drawingml/2006/main" id="22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7524750" y="2190750"/>
            <a:ext cx="0" cy="4095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64A2"/>
            </a:solidFill>
            <a:prstDash val="solid"/>
            <a:tailEnd type="triangle" w="sm" len="sm"/>
          </a:ln>
        </p:spPr>
      </p:cxnSp>
      <p:cxnSp>
        <p:nvCxnSpPr>
          <p:cNvPr id="66" name=""/>
          <p:cNvCxnSpPr>
            <a:stCxn xmlns:a="http://schemas.openxmlformats.org/drawingml/2006/main" id="23" idx="3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V="1">
            <a:off x="8048625" y="1990725"/>
            <a:ext cx="0" cy="871538"/>
          </a:xfrm>
          <a:prstGeom xmlns:a="http://schemas.openxmlformats.org/drawingml/2006/main" prst="curvedConnector2">
            <a:avLst/>
          </a:prstGeom>
          <a:ln xmlns:a="http://schemas.openxmlformats.org/drawingml/2006/main" w="23813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CF2DAD-7C95-4C70-9CF6-C658B98D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7336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D95959-6854-4BEE-B33E-CC74A037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812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3F37AF-0BEF-443F-905B-2F02EC7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7908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259C46-2388-4732-8495-653D302A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23717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A9EBBA-2F37-4CD6-92DF-A3E17397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286000"/>
            <a:ext cx="419100" cy="419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cxnSp>
        <p:nvCxnSpPr>
          <p:cNvPr id="72" name=""/>
          <p:cNvCxnSpPr>
            <a:stCxn xmlns:a="http://schemas.openxmlformats.org/drawingml/2006/main" id="26" idx="7"/>
            <a:endCxn xmlns:a="http://schemas.openxmlformats.org/drawingml/2006/main" id="27" idx="3"/>
          </p:cNvCxnSpPr>
          <p:nvPr/>
        </p:nvCxnSpPr>
        <p:spPr>
          <a:xfrm xmlns:a="http://schemas.openxmlformats.org/drawingml/2006/main" flipV="1">
            <a:off x="9688757" y="2576372"/>
            <a:ext cx="441220" cy="19357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73" name=""/>
          <p:cNvCxnSpPr>
            <a:stCxn xmlns:a="http://schemas.openxmlformats.org/drawingml/2006/main" id="27" idx="5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10291622" y="2576372"/>
            <a:ext cx="447955" cy="24793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28" idx="7"/>
            <a:endCxn xmlns:a="http://schemas.openxmlformats.org/drawingml/2006/main" id="29" idx="3"/>
          </p:cNvCxnSpPr>
          <p:nvPr/>
        </p:nvCxnSpPr>
        <p:spPr>
          <a:xfrm xmlns:a="http://schemas.openxmlformats.org/drawingml/2006/main" flipV="1">
            <a:off x="10901222" y="2583107"/>
            <a:ext cx="422170" cy="24119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95765A-B05A-4974-B7BC-E6744D91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000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Агрегација на</a:t>
            </a:r>
          </a:p>
          <a:p xmlns:a="http://schemas.openxmlformats.org/drawingml/2006/main">
            <a:pPr algn="ctr">
              <a:defRPr sz="180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соседството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B29594-AF5F-4C32-B23B-544FFDB9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762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GraphSAGE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D11F0F-F7E4-4582-95C4-909800EA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000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Релациско</a:t>
            </a:r>
          </a:p>
          <a:p xmlns:a="http://schemas.openxmlformats.org/drawingml/2006/main">
            <a:pPr algn="ctr">
              <a:defRPr sz="180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моделирање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ABA3C5-ED4B-4A98-A303-D2B5BA7C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762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Advance GraphSAGE</a:t>
            </a:r>
          </a:p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R-GCN · HGT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4169353-5E37-45CB-831A-050407FA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00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Приспособливо</a:t>
            </a:r>
          </a:p>
          <a:p xmlns:a="http://schemas.openxmlformats.org/drawingml/2006/main">
            <a:pPr algn="ctr">
              <a:defRPr sz="180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расудување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33E925-7ABB-4A20-AC85-0C3CD237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62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ReaRev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F6F0993-130B-4E3E-9AC1-F4FBE8D1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00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Расудување по</a:t>
            </a:r>
          </a:p>
          <a:p xmlns:a="http://schemas.openxmlformats.org/drawingml/2006/main">
            <a:pPr algn="ctr">
              <a:defRPr sz="180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релациски патеки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8A5806-F6C1-466B-B06F-ABF961E0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7625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NBFNet</a:t>
            </a:r>
          </a:p>
        </p:txBody>
      </p:sp>
    </p:spTree>
    <p:extLst>
      <p:ext uri="{BB962C8B-B14F-4D97-AF65-F5344CB8AC3E}">
        <p14:creationId xmlns:p14="http://schemas.microsoft.com/office/powerpoint/2010/main" val="18903236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A29AC96-4C46-40C1-A8DF-4261A0C9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862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GraphSAGE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924616-AD83-41D4-844D-8C734B3D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2862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Advance GraphSAGE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464880-811F-4FD6-9BBD-3287F425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3875"/>
            <a:ext cx="19050" cy="5572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07D659-55A1-42FC-8AFB-AF9B76A5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000125"/>
            <a:ext cx="1714500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прашање  q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D43749-E146-4A67-AF24-BE784D1C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000125"/>
            <a:ext cx="1428750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19050">
            <a:solidFill>
              <a:srgbClr val="A9B4BE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cos(q, r)</a:t>
            </a:r>
          </a:p>
        </p:txBody>
      </p:sp>
      <p:cxnSp>
        <p:nvCxnSpPr>
          <p:cNvPr id="46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286125" y="1247775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F86C6"/>
            </a:solidFill>
            <a:prstDash val="solid"/>
            <a:tailEnd type="triangle" w="sm" len="sm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0AFFE9-BD21-471D-9112-92A1A635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1146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B8C956-9CCA-4531-AB5B-2852E972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62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cxnSp>
        <p:nvCxnSpPr>
          <p:cNvPr id="49" name=""/>
          <p:cNvCxnSpPr>
            <a:stCxn xmlns:a="http://schemas.openxmlformats.org/drawingml/2006/main" id="8" idx="5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1835733" y="2454858"/>
            <a:ext cx="1247857" cy="723982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86C6"/>
            </a:solidFill>
            <a:prstDash val="solid"/>
            <a:tailEnd type="triangle" w="sm" len="sm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D5A2B7-91F6-4EC9-B9AA-7B86EAE0D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028825"/>
            <a:ext cx="4572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6554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53DBC5-074F-41D9-B8CD-B57D4D56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cxnSp>
        <p:nvCxnSpPr>
          <p:cNvPr id="52" name=""/>
          <p:cNvCxnSpPr>
            <a:stCxn xmlns:a="http://schemas.openxmlformats.org/drawingml/2006/main" id="11" idx="6"/>
            <a:endCxn xmlns:a="http://schemas.openxmlformats.org/drawingml/2006/main" id="7" idx="2"/>
          </p:cNvCxnSpPr>
          <p:nvPr/>
        </p:nvCxnSpPr>
        <p:spPr>
          <a:xfrm xmlns:a="http://schemas.openxmlformats.org/drawingml/2006/main" flipV="1">
            <a:off x="1647825" y="3333750"/>
            <a:ext cx="137160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5A23C"/>
            </a:solidFill>
            <a:prstDash val="solid"/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B4056F-883B-44F2-AC78-38703171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810000"/>
            <a:ext cx="4572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6554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r₂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F2C188-6CFB-4436-BE31-9A70CDAE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48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cxnSp>
        <p:nvCxnSpPr>
          <p:cNvPr id="55" name=""/>
          <p:cNvCxnSpPr>
            <a:stCxn xmlns:a="http://schemas.openxmlformats.org/drawingml/2006/main" id="14" idx="0"/>
            <a:endCxn xmlns:a="http://schemas.openxmlformats.org/drawingml/2006/main" id="7" idx="4"/>
          </p:cNvCxnSpPr>
          <p:nvPr/>
        </p:nvCxnSpPr>
        <p:spPr>
          <a:xfrm xmlns:a="http://schemas.openxmlformats.org/drawingml/2006/main" flipH="1" flipV="1">
            <a:off x="3238500" y="3552825"/>
            <a:ext cx="142875" cy="8953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B3962D-AEF8-4506-82D3-684CFFD1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838575"/>
            <a:ext cx="4572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6554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r₃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935C08-657F-43DA-A022-B749A26A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86100"/>
            <a:ext cx="1000125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оценка</a:t>
            </a:r>
          </a:p>
        </p:txBody>
      </p:sp>
      <p:cxnSp>
        <p:nvCxnSpPr>
          <p:cNvPr id="58" name=""/>
          <p:cNvCxnSpPr>
            <a:stCxn xmlns:a="http://schemas.openxmlformats.org/drawingml/2006/main" id="7" idx="6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3457575" y="3333750"/>
            <a:ext cx="6381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86C6"/>
            </a:solidFill>
            <a:prstDash val="solid"/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0033D1-6ACA-4778-B423-F893A170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15000"/>
            <a:ext cx="381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Фиксно семантичко пондерирање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E42A81-E078-4C25-8AA4-6F110CA1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1000125"/>
            <a:ext cx="1714500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прашање  q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E34118-938B-45B3-9E05-BD66A4EA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000125"/>
            <a:ext cx="2190750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FBEDE5"/>
          </a:solidFill>
          <a:ln xmlns:a="http://schemas.openxmlformats.org/drawingml/2006/main" w="19050">
            <a:solidFill>
              <a:srgbClr val="D9794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научен gate  α(q, r)</a:t>
            </a:r>
          </a:p>
        </p:txBody>
      </p:sp>
      <p:cxnSp>
        <p:nvCxnSpPr>
          <p:cNvPr id="62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8410575" y="1247775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97942"/>
            </a:solidFill>
            <a:prstDash val="solid"/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76C460-BB48-41CA-B438-75EB57BB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146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D9794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F0514B-33C7-4B8B-B5EF-21997E47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162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cxnSp>
        <p:nvCxnSpPr>
          <p:cNvPr id="65" name=""/>
          <p:cNvCxnSpPr>
            <a:stCxn xmlns:a="http://schemas.openxmlformats.org/drawingml/2006/main" id="24" idx="5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312608" y="2454858"/>
            <a:ext cx="1247857" cy="72398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86C6"/>
            </a:solidFill>
            <a:prstDash val="solid"/>
            <a:tailEnd type="triangle" w="sm" len="sm"/>
          </a:ln>
        </p:spPr>
      </p:cxnSp>
      <p:cxnSp>
        <p:nvCxnSpPr>
          <p:cNvPr id="66" name=""/>
          <p:cNvCxnSpPr>
            <a:stCxn xmlns:a="http://schemas.openxmlformats.org/drawingml/2006/main" id="23" idx="1"/>
            <a:endCxn xmlns:a="http://schemas.openxmlformats.org/drawingml/2006/main" id="24" idx="5"/>
          </p:cNvCxnSpPr>
          <p:nvPr/>
        </p:nvCxnSpPr>
        <p:spPr>
          <a:xfrm xmlns:a="http://schemas.openxmlformats.org/drawingml/2006/main" flipH="1" flipV="1">
            <a:off x="7312608" y="2454858"/>
            <a:ext cx="1247857" cy="723982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dash"/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7BE7E6-EC4C-4F09-8BA7-02168E5A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028825"/>
            <a:ext cx="4572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6554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0C5B0B-7374-49BF-9DF0-9908A77D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43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cxnSp>
        <p:nvCxnSpPr>
          <p:cNvPr id="69" name=""/>
          <p:cNvCxnSpPr>
            <a:stCxn xmlns:a="http://schemas.openxmlformats.org/drawingml/2006/main" id="28" idx="6"/>
            <a:endCxn xmlns:a="http://schemas.openxmlformats.org/drawingml/2006/main" id="23" idx="2"/>
          </p:cNvCxnSpPr>
          <p:nvPr/>
        </p:nvCxnSpPr>
        <p:spPr>
          <a:xfrm xmlns:a="http://schemas.openxmlformats.org/drawingml/2006/main" flipV="1">
            <a:off x="7124700" y="3333750"/>
            <a:ext cx="137160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5A23C"/>
            </a:solidFill>
            <a:prstDash val="solid"/>
            <a:tailEnd type="triangle" w="sm" len="sm"/>
          </a:ln>
        </p:spPr>
      </p:cxnSp>
      <p:cxnSp>
        <p:nvCxnSpPr>
          <p:cNvPr id="70" name=""/>
          <p:cNvCxnSpPr>
            <a:stCxn xmlns:a="http://schemas.openxmlformats.org/drawingml/2006/main" id="23" idx="2"/>
            <a:endCxn xmlns:a="http://schemas.openxmlformats.org/drawingml/2006/main" id="28" idx="6"/>
          </p:cNvCxnSpPr>
          <p:nvPr/>
        </p:nvCxnSpPr>
        <p:spPr>
          <a:xfrm xmlns:a="http://schemas.openxmlformats.org/drawingml/2006/main" flipH="1">
            <a:off x="7124700" y="3333750"/>
            <a:ext cx="137160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dash"/>
            <a:tailEnd type="triangle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CA28F5-7331-4298-9E5A-486B7E16E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810000"/>
            <a:ext cx="4572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6554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r₂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DEE7F3-559E-40AC-B7AB-0E77633E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448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cxnSp>
        <p:nvCxnSpPr>
          <p:cNvPr id="73" name=""/>
          <p:cNvCxnSpPr>
            <a:stCxn xmlns:a="http://schemas.openxmlformats.org/drawingml/2006/main" id="32" idx="0"/>
            <a:endCxn xmlns:a="http://schemas.openxmlformats.org/drawingml/2006/main" id="23" idx="4"/>
          </p:cNvCxnSpPr>
          <p:nvPr/>
        </p:nvCxnSpPr>
        <p:spPr>
          <a:xfrm xmlns:a="http://schemas.openxmlformats.org/drawingml/2006/main" flipH="1" flipV="1">
            <a:off x="8715375" y="3552825"/>
            <a:ext cx="142875" cy="8953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23" idx="4"/>
            <a:endCxn xmlns:a="http://schemas.openxmlformats.org/drawingml/2006/main" id="32" idx="0"/>
          </p:cNvCxnSpPr>
          <p:nvPr/>
        </p:nvCxnSpPr>
        <p:spPr>
          <a:xfrm xmlns:a="http://schemas.openxmlformats.org/drawingml/2006/main">
            <a:off x="8715375" y="3552825"/>
            <a:ext cx="142875" cy="8953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dash"/>
            <a:tailEnd type="triangle" w="sm" len="sm"/>
          </a:ln>
        </p:spPr>
      </p:cxn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6DC067-1A03-4471-B235-AF48FB2E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838575"/>
            <a:ext cx="45720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6554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r₃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B5A022-1AAB-4A16-934D-6882D27D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086100"/>
            <a:ext cx="1000125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FBEDE5"/>
          </a:solidFill>
          <a:ln xmlns:a="http://schemas.openxmlformats.org/drawingml/2006/main" w="19050">
            <a:solidFill>
              <a:srgbClr val="D9794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оценка</a:t>
            </a:r>
          </a:p>
        </p:txBody>
      </p:sp>
      <p:cxnSp>
        <p:nvCxnSpPr>
          <p:cNvPr id="77" name=""/>
          <p:cNvCxnSpPr>
            <a:stCxn xmlns:a="http://schemas.openxmlformats.org/drawingml/2006/main" id="23" idx="6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8934450" y="3333750"/>
            <a:ext cx="6381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97942"/>
            </a:solidFill>
            <a:prstDash val="solid"/>
            <a:tailEnd type="triangle" w="sm" len="sm"/>
          </a:ln>
        </p:spPr>
      </p:cxn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95E7BE-654E-4FF5-BF30-3A5E49EC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143500"/>
            <a:ext cx="1143000" cy="361950"/>
          </a:xfrm>
          <a:prstGeom xmlns:a="http://schemas.openxmlformats.org/drawingml/2006/main" prst="roundRect">
            <a:avLst>
              <a:gd name="adj" fmla="val 36842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19050">
            <a:solidFill>
              <a:srgbClr val="A9B4BE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17080"/>
                </a:solidFill>
                <a:latin typeface="Arial"/>
                <a:ea typeface="Arial"/>
                <a:cs typeface="Arial"/>
              </a:rPr>
              <a:t>residual</a:t>
            </a:r>
          </a:p>
        </p:txBody>
      </p:sp>
      <p:cxnSp>
        <p:nvCxnSpPr>
          <p:cNvPr id="79" name=""/>
          <p:cNvCxnSpPr>
            <a:stCxn xmlns:a="http://schemas.openxmlformats.org/drawingml/2006/main" id="38" idx="3"/>
            <a:endCxn xmlns:a="http://schemas.openxmlformats.org/drawingml/2006/main" id="36" idx="2"/>
          </p:cNvCxnSpPr>
          <p:nvPr/>
        </p:nvCxnSpPr>
        <p:spPr>
          <a:xfrm xmlns:a="http://schemas.openxmlformats.org/drawingml/2006/main" flipV="1">
            <a:off x="9525000" y="3581400"/>
            <a:ext cx="547688" cy="1743075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A9B4BE"/>
            </a:solidFill>
            <a:prstDash val="solid"/>
            <a:tailEnd type="triangle" w="sm" len="sm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375BC3B-53ED-4547-903D-569CEC4A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7150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372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Пондерирање научено за конкретното прашање</a:t>
            </a:r>
          </a:p>
        </p:txBody>
      </p:sp>
    </p:spTree>
    <p:extLst>
      <p:ext uri="{BB962C8B-B14F-4D97-AF65-F5344CB8AC3E}">
        <p14:creationId xmlns:p14="http://schemas.microsoft.com/office/powerpoint/2010/main" val="7870810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8373D3-E449-46A0-9866-CB10E240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862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R-GCN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A9E707-8771-4B29-8647-F07FA79C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862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HGT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F130AB-89ED-4531-AF7E-A0CB6BE1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3875"/>
            <a:ext cx="19050" cy="5572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6B5D2-4F77-4819-925D-F2AF7754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9622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D9794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9E1AC8-3092-4F69-A0B9-32DB2519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19716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B7FC66-B034-4106-94F7-8975B237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71725"/>
            <a:ext cx="70485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Wᵣ₁</a:t>
            </a:r>
          </a:p>
        </p:txBody>
      </p:sp>
      <p:cxnSp>
        <p:nvCxnSpPr>
          <p:cNvPr id="42" name=""/>
          <p:cNvCxnSpPr>
            <a:stCxn xmlns:a="http://schemas.openxmlformats.org/drawingml/2006/main" id="5" idx="6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076450" y="2143125"/>
            <a:ext cx="116205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F86C6"/>
            </a:solidFill>
            <a:prstDash val="solid"/>
            <a:tailEnd type="triangle" w="sm" len="sm"/>
          </a:ln>
        </p:spPr>
      </p:cxnSp>
      <p:cxnSp>
        <p:nvCxnSpPr>
          <p:cNvPr id="43" name=""/>
          <p:cNvCxnSpPr>
            <a:stCxn xmlns:a="http://schemas.openxmlformats.org/drawingml/2006/main" id="6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43350" y="2571750"/>
            <a:ext cx="514630" cy="45748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86C6"/>
            </a:solidFill>
            <a:prstDash val="solid"/>
            <a:tailEnd type="triangle" w="sm" len="sm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29B96A-6F71-4475-B876-0D4FA42D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335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8A018F-F0C4-49BE-B6B4-75B47BDB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257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4922BA-8121-4FA7-9657-8FD5F366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152775"/>
            <a:ext cx="70485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5A23C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Wᵣ₂</a:t>
            </a:r>
          </a:p>
        </p:txBody>
      </p:sp>
      <p:cxnSp>
        <p:nvCxnSpPr>
          <p:cNvPr id="47" name=""/>
          <p:cNvCxnSpPr>
            <a:stCxn xmlns:a="http://schemas.openxmlformats.org/drawingml/2006/main" id="10" idx="6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1885950" y="3352800"/>
            <a:ext cx="1352550" cy="762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E5A23C"/>
            </a:solidFill>
            <a:prstDash val="solid"/>
            <a:tailEnd type="triangle" w="sm" len="sm"/>
          </a:ln>
        </p:spPr>
      </p:cxnSp>
      <p:cxnSp>
        <p:nvCxnSpPr>
          <p:cNvPr id="48" name=""/>
          <p:cNvCxnSpPr>
            <a:stCxn xmlns:a="http://schemas.openxmlformats.org/drawingml/2006/main" id="11" idx="3"/>
            <a:endCxn xmlns:a="http://schemas.openxmlformats.org/drawingml/2006/main" id="4" idx="2"/>
          </p:cNvCxnSpPr>
          <p:nvPr/>
        </p:nvCxnSpPr>
        <p:spPr>
          <a:xfrm xmlns:a="http://schemas.openxmlformats.org/drawingml/2006/main" flipV="1">
            <a:off x="3943350" y="3190875"/>
            <a:ext cx="447675" cy="1619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5A23C"/>
            </a:solidFill>
            <a:prstDash val="solid"/>
            <a:tailEnd type="triangle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00A91E-D4E8-42BA-A5A9-52C8AD42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2194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r₂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5171B8-D3D3-48CE-8D7F-B5AEE778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448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0B73BA-B560-4888-B736-8231D772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933825"/>
            <a:ext cx="70485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98D84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Wᵣ₃</a:t>
            </a:r>
          </a:p>
        </p:txBody>
      </p:sp>
      <p:cxnSp>
        <p:nvCxnSpPr>
          <p:cNvPr id="52" name=""/>
          <p:cNvCxnSpPr>
            <a:stCxn xmlns:a="http://schemas.openxmlformats.org/drawingml/2006/main" id="15" idx="7"/>
            <a:endCxn xmlns:a="http://schemas.openxmlformats.org/drawingml/2006/main" id="16" idx="1"/>
          </p:cNvCxnSpPr>
          <p:nvPr/>
        </p:nvCxnSpPr>
        <p:spPr>
          <a:xfrm xmlns:a="http://schemas.openxmlformats.org/drawingml/2006/main" flipV="1">
            <a:off x="2692983" y="4133850"/>
            <a:ext cx="545517" cy="364542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53" name=""/>
          <p:cNvCxnSpPr>
            <a:stCxn xmlns:a="http://schemas.openxmlformats.org/drawingml/2006/main" id="16" idx="3"/>
            <a:endCxn xmlns:a="http://schemas.openxmlformats.org/drawingml/2006/main" id="4" idx="3"/>
          </p:cNvCxnSpPr>
          <p:nvPr/>
        </p:nvCxnSpPr>
        <p:spPr>
          <a:xfrm xmlns:a="http://schemas.openxmlformats.org/drawingml/2006/main" flipV="1">
            <a:off x="3943350" y="3352520"/>
            <a:ext cx="514630" cy="78133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864516-F7AD-4414-86FE-8854DDB0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4100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r₃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1D1B9-28E9-4F33-B9C6-224B9F46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9622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8064A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D2261F-293C-4046-925D-AE19EBD7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924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cxnSp>
        <p:nvCxnSpPr>
          <p:cNvPr id="57" name=""/>
          <p:cNvCxnSpPr>
            <a:stCxn xmlns:a="http://schemas.openxmlformats.org/drawingml/2006/main" id="21" idx="6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7600950" y="2095500"/>
            <a:ext cx="2095780" cy="933730"/>
          </a:xfrm>
          <a:prstGeom xmlns:a="http://schemas.openxmlformats.org/drawingml/2006/main" prst="straightConnector1">
            <a:avLst/>
          </a:prstGeom>
          <a:ln xmlns:a="http://schemas.openxmlformats.org/drawingml/2006/main" w="52388">
            <a:solidFill>
              <a:srgbClr val="4F86C6"/>
            </a:solidFill>
            <a:prstDash val="solid"/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6FEAC4-5D6E-4ED0-9FEA-7BDB9695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885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80C723-C97D-42F9-8135-26067343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2488" y="2309813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α₁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E679ED-444B-4A8F-9A5A-D33EF83B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305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cxnSp>
        <p:nvCxnSpPr>
          <p:cNvPr id="61" name=""/>
          <p:cNvCxnSpPr>
            <a:stCxn xmlns:a="http://schemas.openxmlformats.org/drawingml/2006/main" id="25" idx="6"/>
            <a:endCxn xmlns:a="http://schemas.openxmlformats.org/drawingml/2006/main" id="20" idx="2"/>
          </p:cNvCxnSpPr>
          <p:nvPr/>
        </p:nvCxnSpPr>
        <p:spPr>
          <a:xfrm xmlns:a="http://schemas.openxmlformats.org/drawingml/2006/main" flipV="1">
            <a:off x="7410450" y="3190875"/>
            <a:ext cx="2219325" cy="285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5A23C"/>
            </a:solidFill>
            <a:prstDash val="solid"/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3A9329-E88D-46E6-A2AF-4066F286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670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r₂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99A432-F5BD-4C60-A5CD-16F109A1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238" y="300037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α₂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AEC61D-A984-41D4-AA14-FB6B1299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448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cxnSp>
        <p:nvCxnSpPr>
          <p:cNvPr id="65" name=""/>
          <p:cNvCxnSpPr>
            <a:stCxn xmlns:a="http://schemas.openxmlformats.org/drawingml/2006/main" id="29" idx="7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V="1">
            <a:off x="8265108" y="3352520"/>
            <a:ext cx="1431622" cy="1145872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98D84"/>
            </a:solidFill>
            <a:prstDash val="solid"/>
            <a:tailEnd type="triangle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22710C-9A33-4F34-9847-1C544BE1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100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r₃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EEB22B-FA52-4FC2-84A5-D1469543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57187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α₃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50606E-370A-43FF-BE36-7B849BB7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143500"/>
            <a:ext cx="2381250" cy="428625"/>
          </a:xfrm>
          <a:prstGeom xmlns:a="http://schemas.openxmlformats.org/drawingml/2006/main" prst="roundRect">
            <a:avLst>
              <a:gd name="adj" fmla="val 31111"/>
            </a:avLst>
          </a:prstGeom>
          <a:solidFill xmlns:a="http://schemas.openxmlformats.org/drawingml/2006/main">
            <a:srgbClr val="F1ECF7"/>
          </a:solidFill>
          <a:ln xmlns:a="http://schemas.openxmlformats.org/drawingml/2006/main" w="19050">
            <a:solidFill>
              <a:srgbClr val="8064A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multi-head attention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EAB9987-DF1D-45C6-968A-065F7A14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1025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816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Трансформација според типот на релацијата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CB7A75-1DE6-4470-BBD5-4BE88722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810250"/>
            <a:ext cx="4429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77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Релациски зависна тежина на вниманието</a:t>
            </a:r>
          </a:p>
        </p:txBody>
      </p:sp>
    </p:spTree>
    <p:extLst>
      <p:ext uri="{BB962C8B-B14F-4D97-AF65-F5344CB8AC3E}">
        <p14:creationId xmlns:p14="http://schemas.microsoft.com/office/powerpoint/2010/main" val="4634791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D10922-71E7-4DE4-84D4-20919FCD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1571625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Прашање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8716F2-711D-4BC2-8832-49EC530B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952500"/>
            <a:ext cx="2095500" cy="100012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1ECF7"/>
          </a:solidFill>
          <a:ln xmlns:a="http://schemas.openxmlformats.org/drawingml/2006/main" w="19050">
            <a:solidFill>
              <a:srgbClr val="8064A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Инструкции</a:t>
            </a:r>
          </a:p>
          <a:p xmlns:a="http://schemas.openxmlformats.org/drawingml/2006/main">
            <a:pPr algn="ctr">
              <a:defRPr sz="1725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i₁   i₂   i₃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C536D-67D4-4122-9EEB-56B3B7BB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714625"/>
            <a:ext cx="2095500" cy="100012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BEDE5"/>
          </a:solidFill>
          <a:ln xmlns:a="http://schemas.openxmlformats.org/drawingml/2006/main" w="19050">
            <a:solidFill>
              <a:srgbClr val="D9794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Расудување</a:t>
            </a:r>
          </a:p>
          <a:p xmlns:a="http://schemas.openxmlformats.org/drawingml/2006/main">
            <a:pPr algn="ctr">
              <a:defRPr sz="1725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над графот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75036E-DEDC-40DD-9B30-7170AF08A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29125"/>
            <a:ext cx="20002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398D84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Собрана</a:t>
            </a:r>
          </a:p>
          <a:p xmlns:a="http://schemas.openxmlformats.org/drawingml/2006/main">
            <a:pPr algn="ctr">
              <a:defRPr sz="16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информација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966D6D-B6F7-4361-9F9D-075ABAA8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952500"/>
            <a:ext cx="2095500" cy="1000125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1ECF7"/>
          </a:solidFill>
          <a:ln xmlns:a="http://schemas.openxmlformats.org/drawingml/2006/main" w="19050">
            <a:solidFill>
              <a:srgbClr val="8064A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Ревизија на</a:t>
            </a:r>
          </a:p>
          <a:p xmlns:a="http://schemas.openxmlformats.org/drawingml/2006/main">
            <a:pPr algn="ctr">
              <a:defRPr sz="165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инструкциите</a:t>
            </a:r>
          </a:p>
        </p:txBody>
      </p:sp>
      <p:cxnSp>
        <p:nvCxnSpPr>
          <p:cNvPr id="25" name=""/>
          <p:cNvCxnSpPr>
            <a:stCxn xmlns:a="http://schemas.openxmlformats.org/drawingml/2006/main" id="1" idx="3"/>
            <a:endCxn xmlns:a="http://schemas.openxmlformats.org/drawingml/2006/main" id="2" idx="1"/>
          </p:cNvCxnSpPr>
          <p:nvPr/>
        </p:nvCxnSpPr>
        <p:spPr>
          <a:xfrm xmlns:a="http://schemas.openxmlformats.org/drawingml/2006/main" flipV="1">
            <a:off x="2238375" y="1452563"/>
            <a:ext cx="809625" cy="1500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4F86C6"/>
            </a:solidFill>
            <a:prstDash val="solid"/>
            <a:tail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2" idx="2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095750" y="1952625"/>
            <a:ext cx="1000125" cy="1262063"/>
          </a:xfrm>
          <a:prstGeom xmlns:a="http://schemas.openxmlformats.org/drawingml/2006/main" prst="bentConnector5">
            <a:avLst>
              <a:gd name="adj1" fmla="val 0"/>
              <a:gd name="adj2" fmla="val 18113"/>
              <a:gd name="adj3" fmla="val 77143"/>
            </a:avLst>
          </a:prstGeom>
          <a:ln xmlns:a="http://schemas.openxmlformats.org/drawingml/2006/main" w="28575">
            <a:solidFill>
              <a:srgbClr val="8064A2"/>
            </a:solidFill>
            <a:prstDash val="solid"/>
            <a:tail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3" idx="2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6143625" y="3714750"/>
            <a:ext cx="1666875" cy="1190625"/>
          </a:xfrm>
          <a:prstGeom xmlns:a="http://schemas.openxmlformats.org/drawingml/2006/main" prst="bentConnector5">
            <a:avLst>
              <a:gd name="adj1" fmla="val 0"/>
              <a:gd name="adj2" fmla="val 19200"/>
              <a:gd name="adj3" fmla="val 86286"/>
            </a:avLst>
          </a:prstGeom>
          <a:ln xmlns:a="http://schemas.openxmlformats.org/drawingml/2006/main" w="28575">
            <a:solidFill>
              <a:srgbClr val="D97942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2"/>
          </p:cNvCxnSpPr>
          <p:nvPr/>
        </p:nvCxnSpPr>
        <p:spPr>
          <a:xfrm xmlns:a="http://schemas.openxmlformats.org/drawingml/2006/main" flipV="1">
            <a:off x="9810750" y="1952625"/>
            <a:ext cx="666750" cy="2952750"/>
          </a:xfrm>
          <a:prstGeom xmlns:a="http://schemas.openxmlformats.org/drawingml/2006/main" prst="bentConnector2">
            <a:avLst/>
          </a:prstGeom>
          <a:ln xmlns:a="http://schemas.openxmlformats.org/drawingml/2006/main" w="28575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29" name=""/>
          <p:cNvCxnSpPr>
            <a:stCxn xmlns:a="http://schemas.openxmlformats.org/drawingml/2006/main" id="5" idx="1"/>
            <a:endCxn xmlns:a="http://schemas.openxmlformats.org/drawingml/2006/main" id="2" idx="3"/>
          </p:cNvCxnSpPr>
          <p:nvPr/>
        </p:nvCxnSpPr>
        <p:spPr>
          <a:xfrm xmlns:a="http://schemas.openxmlformats.org/drawingml/2006/main" flipH="1">
            <a:off x="5143500" y="1452563"/>
            <a:ext cx="428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8064A2"/>
            </a:solidFill>
            <a:prstDash val="solid"/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C1CE8B-13A6-41E0-98DF-E6328624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9530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183C50-9788-4F34-9861-EB2FD99D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52578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0ADCDC-E9A2-4C77-9B49-B7A644AA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810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03007E-5FC7-40F8-986F-0C3DA505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724400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cxnSp>
        <p:nvCxnSpPr>
          <p:cNvPr id="34" name=""/>
          <p:cNvCxnSpPr>
            <a:stCxn xmlns:a="http://schemas.openxmlformats.org/drawingml/2006/main" id="11" idx="6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905375" y="5095875"/>
            <a:ext cx="531568" cy="198193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63746"/>
            </a:solidFill>
            <a:prstDash val="solid"/>
            <a:tailEnd type="triangle" w="sm" len="sm"/>
          </a:ln>
        </p:spPr>
      </p:cxnSp>
      <p:cxnSp>
        <p:nvCxnSpPr>
          <p:cNvPr id="35" name=""/>
          <p:cNvCxnSpPr>
            <a:stCxn xmlns:a="http://schemas.openxmlformats.org/drawingml/2006/main" id="12" idx="7"/>
            <a:endCxn xmlns:a="http://schemas.openxmlformats.org/drawingml/2006/main" id="13" idx="3"/>
          </p:cNvCxnSpPr>
          <p:nvPr/>
        </p:nvCxnSpPr>
        <p:spPr>
          <a:xfrm xmlns:a="http://schemas.openxmlformats.org/drawingml/2006/main" flipV="1">
            <a:off x="5612057" y="5054028"/>
            <a:ext cx="573415" cy="24004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63746"/>
            </a:solidFill>
            <a:prstDash val="solid"/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F8E0C2-BE2E-41ED-998B-D891DC76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33875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итерација  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DCDB6C-0EF5-43D5-AB2D-1F043B23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0001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следна итерација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738B7B-5804-43C3-A58B-32784850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048375"/>
            <a:ext cx="790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7481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Инструкциите се менуваат според информацијата откриена во графот</a:t>
            </a:r>
          </a:p>
        </p:txBody>
      </p:sp>
    </p:spTree>
    <p:extLst>
      <p:ext uri="{BB962C8B-B14F-4D97-AF65-F5344CB8AC3E}">
        <p14:creationId xmlns:p14="http://schemas.microsoft.com/office/powerpoint/2010/main" val="19166265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84C78B-AC72-44A8-BE21-12E473E9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l = 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F5EFF4-B30E-4879-AC42-A5E155EE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52387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l =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66FB90-C339-41D8-8273-5C77791E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2387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l =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73F5E-BDC1-4E05-B4AE-CF9B2476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2387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5A23C"/>
                </a:solidFill>
                <a:latin typeface="Arial"/>
                <a:ea typeface="Arial"/>
                <a:cs typeface="Arial"/>
              </a:rPr>
              <a:t>Оценки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0DB8A4-1B10-40FD-B940-96432D9F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000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417CEE-B9FB-40A6-9C41-09CE7E14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43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почетен ентитет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499EE5-8639-4B10-A3A2-015C44BE6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619250"/>
            <a:ext cx="1047750" cy="57150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308572-AE2A-46B1-A56D-2F55E1C3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F86C6"/>
                </a:solidFill>
                <a:latin typeface="Arial"/>
                <a:ea typeface="Arial"/>
                <a:cs typeface="Arial"/>
              </a:rPr>
              <a:t>иницијализација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E44C7C-95A9-4E3F-9561-75748EBE3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669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3F9480-0E62-4214-BC0F-6CD0AB2A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067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B8E68E-6AC2-4DFD-922D-AD6D61C3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431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398D8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F3AFF0-A159-4F8E-867A-8E48FBF5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05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56F96D-19DB-4769-924F-8BE504C4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238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DB9F68-8C7B-4057-A14F-7AC15150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52650"/>
            <a:ext cx="647700" cy="647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1CAF31-E5C7-4843-9AB1-4527D9CA4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7813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E9B69"/>
                </a:solidFill>
                <a:latin typeface="Arial"/>
                <a:ea typeface="Arial"/>
                <a:cs typeface="Arial"/>
              </a:rPr>
              <a:t>точен одговор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9AE9A7-F3BC-4E57-869F-81AFDD11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42576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9E203E-1B1E-42B0-B4CF-1BC8B3038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625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E5A23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E5A23C"/>
                </a:solidFill>
                <a:latin typeface="Arial"/>
                <a:ea typeface="Arial"/>
                <a:cs typeface="Arial"/>
              </a:rPr>
              <a:t>друг кандидат</a:t>
            </a:r>
          </a:p>
        </p:txBody>
      </p:sp>
      <p:cxnSp>
        <p:nvCxnSpPr>
          <p:cNvPr id="48" name=""/>
          <p:cNvCxnSpPr>
            <a:stCxn xmlns:a="http://schemas.openxmlformats.org/drawingml/2006/main" id="5" idx="6"/>
            <a:endCxn xmlns:a="http://schemas.openxmlformats.org/drawingml/2006/main" id="9" idx="2"/>
          </p:cNvCxnSpPr>
          <p:nvPr/>
        </p:nvCxnSpPr>
        <p:spPr>
          <a:xfrm xmlns:a="http://schemas.openxmlformats.org/drawingml/2006/main" flipV="1">
            <a:off x="1666875" y="2238375"/>
            <a:ext cx="2257425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9" idx="6"/>
            <a:endCxn xmlns:a="http://schemas.openxmlformats.org/drawingml/2006/main" id="11" idx="2"/>
          </p:cNvCxnSpPr>
          <p:nvPr/>
        </p:nvCxnSpPr>
        <p:spPr>
          <a:xfrm xmlns:a="http://schemas.openxmlformats.org/drawingml/2006/main">
            <a:off x="4267200" y="2238375"/>
            <a:ext cx="232410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1" idx="6"/>
            <a:endCxn xmlns:a="http://schemas.openxmlformats.org/drawingml/2006/main" id="13" idx="2"/>
          </p:cNvCxnSpPr>
          <p:nvPr/>
        </p:nvCxnSpPr>
        <p:spPr>
          <a:xfrm xmlns:a="http://schemas.openxmlformats.org/drawingml/2006/main" flipV="1">
            <a:off x="6934200" y="2476500"/>
            <a:ext cx="2257425" cy="23812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98D84"/>
            </a:solidFill>
            <a:prstDash val="solid"/>
            <a:tailEnd type="triangle" w="sm" len="sm"/>
          </a:ln>
        </p:spPr>
      </p:cxnSp>
      <p:cxnSp>
        <p:nvCxnSpPr>
          <p:cNvPr id="51" name=""/>
          <p:cNvCxnSpPr>
            <a:stCxn xmlns:a="http://schemas.openxmlformats.org/drawingml/2006/main" id="5" idx="6"/>
            <a:endCxn xmlns:a="http://schemas.openxmlformats.org/drawingml/2006/main" id="10" idx="2"/>
          </p:cNvCxnSpPr>
          <p:nvPr/>
        </p:nvCxnSpPr>
        <p:spPr>
          <a:xfrm xmlns:a="http://schemas.openxmlformats.org/drawingml/2006/main">
            <a:off x="1666875" y="3238500"/>
            <a:ext cx="2257425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DE3E8"/>
            </a:solidFill>
            <a:prstDash val="solid"/>
            <a:tailEnd type="triangle" w="sm" len="sm"/>
          </a:ln>
        </p:spPr>
      </p:cxnSp>
      <p:cxnSp>
        <p:nvCxnSpPr>
          <p:cNvPr id="52" name=""/>
          <p:cNvCxnSpPr>
            <a:stCxn xmlns:a="http://schemas.openxmlformats.org/drawingml/2006/main" id="10" idx="6"/>
            <a:endCxn xmlns:a="http://schemas.openxmlformats.org/drawingml/2006/main" id="12" idx="2"/>
          </p:cNvCxnSpPr>
          <p:nvPr/>
        </p:nvCxnSpPr>
        <p:spPr>
          <a:xfrm xmlns:a="http://schemas.openxmlformats.org/drawingml/2006/main">
            <a:off x="4267200" y="4238625"/>
            <a:ext cx="2324100" cy="238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DE3E8"/>
            </a:solidFill>
            <a:prstDash val="solid"/>
            <a:tailEnd type="triangle" w="sm" len="sm"/>
          </a:ln>
        </p:spPr>
      </p:cxnSp>
      <p:cxnSp>
        <p:nvCxnSpPr>
          <p:cNvPr id="53" name=""/>
          <p:cNvCxnSpPr>
            <a:stCxn xmlns:a="http://schemas.openxmlformats.org/drawingml/2006/main" id="12" idx="6"/>
            <a:endCxn xmlns:a="http://schemas.openxmlformats.org/drawingml/2006/main" id="16" idx="2"/>
          </p:cNvCxnSpPr>
          <p:nvPr/>
        </p:nvCxnSpPr>
        <p:spPr>
          <a:xfrm xmlns:a="http://schemas.openxmlformats.org/drawingml/2006/main">
            <a:off x="6934200" y="4476750"/>
            <a:ext cx="2276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DE3E8"/>
            </a:solidFill>
            <a:prstDash val="solid"/>
            <a:tailEnd type="triangle" w="sm" len="sm"/>
          </a:ln>
        </p:spPr>
      </p:cxnSp>
      <p:cxnSp>
        <p:nvCxnSpPr>
          <p:cNvPr id="54" name=""/>
          <p:cNvCxnSpPr>
            <a:stCxn xmlns:a="http://schemas.openxmlformats.org/drawingml/2006/main" id="9" idx="5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216983" y="2359608"/>
            <a:ext cx="2424533" cy="1995908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A9B4BE"/>
            </a:solidFill>
            <a:prstDash val="dash"/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6EE6CE-175B-4A48-AEEA-3CB2747D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431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wᵣ₁(q)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CA1AC1-1591-4998-8513-41B1A97D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9526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wᵣ₂(q)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4D8F35-D116-4496-B5C1-CFE1BC9B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809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wᵣ₃(q)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9AA3E7-3B68-4C8C-87D6-A82B5887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190750"/>
            <a:ext cx="1238250" cy="476250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EAF6EE"/>
          </a:solidFill>
          <a:ln xmlns:a="http://schemas.openxmlformats.org/drawingml/2006/main" w="19050">
            <a:solidFill>
              <a:srgbClr val="4E9B69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4E9B69"/>
                </a:solidFill>
                <a:latin typeface="Arial"/>
                <a:ea typeface="Arial"/>
                <a:cs typeface="Arial"/>
              </a:rPr>
              <a:t>висока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604FEF-BD45-4C43-AC21-0507A74B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191000"/>
            <a:ext cx="1238250" cy="476250"/>
          </a:xfrm>
          <a:prstGeom xmlns:a="http://schemas.openxmlformats.org/drawingml/2006/main" prst="roundRect">
            <a:avLst>
              <a:gd name="adj" fmla="val 28000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19050">
            <a:solidFill>
              <a:srgbClr val="A9B4BE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ниска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17ABF4-A65C-47B4-9FD7-A0407EAB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953125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Патеките и релациите се условени од прашањето</a:t>
            </a:r>
          </a:p>
        </p:txBody>
      </p:sp>
    </p:spTree>
    <p:extLst>
      <p:ext uri="{BB962C8B-B14F-4D97-AF65-F5344CB8AC3E}">
        <p14:creationId xmlns:p14="http://schemas.microsoft.com/office/powerpoint/2010/main" val="206224310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D9699F-5BBC-4D7C-BD2B-0DA9309F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Унија на најкратки патеки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258690-B156-4942-9A29-C3B13A35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72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PCST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102322-B84D-4068-A090-B72D753E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3875"/>
            <a:ext cx="19050" cy="5572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685770-0C1F-47F1-A6E3-5FB72EF1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219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43C9EC-4E89-495F-8621-5913D5E9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E02062-AA89-40E8-B17C-A74BE1CA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9813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65659E-1212-4FD8-8E42-D4F0D5E1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1790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CB0846-DC3A-41ED-B95D-2B5D9BD1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8860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29D211-9EC1-4EF2-96BE-A23D7C7D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00350"/>
            <a:ext cx="495300" cy="4953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A36157-A5E6-4518-81AF-EEC82C0D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57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DADB5D-5AD1-4182-BC2D-4E5622245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600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cxnSp>
        <p:nvCxnSpPr>
          <p:cNvPr id="51" name=""/>
          <p:cNvCxnSpPr>
            <a:stCxn xmlns:a="http://schemas.openxmlformats.org/drawingml/2006/main" id="4" idx="7"/>
            <a:endCxn xmlns:a="http://schemas.openxmlformats.org/drawingml/2006/main" id="5" idx="3"/>
          </p:cNvCxnSpPr>
          <p:nvPr/>
        </p:nvCxnSpPr>
        <p:spPr>
          <a:xfrm xmlns:a="http://schemas.openxmlformats.org/drawingml/2006/main" flipV="1">
            <a:off x="876498" y="2352873"/>
            <a:ext cx="866378" cy="914003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2" name=""/>
          <p:cNvCxnSpPr>
            <a:stCxn xmlns:a="http://schemas.openxmlformats.org/drawingml/2006/main" id="5" idx="5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1971873" y="2352873"/>
            <a:ext cx="866378" cy="67587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3" name=""/>
          <p:cNvCxnSpPr>
            <a:stCxn xmlns:a="http://schemas.openxmlformats.org/drawingml/2006/main" id="6" idx="7"/>
            <a:endCxn xmlns:a="http://schemas.openxmlformats.org/drawingml/2006/main" id="7" idx="3"/>
          </p:cNvCxnSpPr>
          <p:nvPr/>
        </p:nvCxnSpPr>
        <p:spPr>
          <a:xfrm xmlns:a="http://schemas.openxmlformats.org/drawingml/2006/main" flipV="1">
            <a:off x="3067248" y="2067123"/>
            <a:ext cx="914003" cy="96162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4" name=""/>
          <p:cNvCxnSpPr>
            <a:stCxn xmlns:a="http://schemas.openxmlformats.org/drawingml/2006/main" id="7" idx="5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210248" y="2067123"/>
            <a:ext cx="818753" cy="86637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5" name=""/>
          <p:cNvCxnSpPr>
            <a:stCxn xmlns:a="http://schemas.openxmlformats.org/drawingml/2006/main" id="6" idx="5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067248" y="3257748"/>
            <a:ext cx="675878" cy="124737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6" name=""/>
          <p:cNvCxnSpPr>
            <a:stCxn xmlns:a="http://schemas.openxmlformats.org/drawingml/2006/main" id="10" idx="2"/>
            <a:endCxn xmlns:a="http://schemas.openxmlformats.org/drawingml/2006/main" id="11" idx="6"/>
          </p:cNvCxnSpPr>
          <p:nvPr/>
        </p:nvCxnSpPr>
        <p:spPr>
          <a:xfrm xmlns:a="http://schemas.openxmlformats.org/drawingml/2006/main" flipH="1">
            <a:off x="2019300" y="4619625"/>
            <a:ext cx="167640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7" name=""/>
          <p:cNvCxnSpPr>
            <a:stCxn xmlns:a="http://schemas.openxmlformats.org/drawingml/2006/main" id="11" idx="1"/>
            <a:endCxn xmlns:a="http://schemas.openxmlformats.org/drawingml/2006/main" id="4" idx="5"/>
          </p:cNvCxnSpPr>
          <p:nvPr/>
        </p:nvCxnSpPr>
        <p:spPr>
          <a:xfrm xmlns:a="http://schemas.openxmlformats.org/drawingml/2006/main" flipH="1" flipV="1">
            <a:off x="876498" y="3495873"/>
            <a:ext cx="866378" cy="115212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8" name=""/>
          <p:cNvCxnSpPr>
            <a:stCxn xmlns:a="http://schemas.openxmlformats.org/drawingml/2006/main" id="5" idx="4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1857375" y="2400300"/>
            <a:ext cx="0" cy="2200275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81172A-9A15-4A66-9F8D-B9BC5AD5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19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7CA5F7-D67B-4C9B-97F3-66ACAD1F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B97E1A-5CFB-4F67-BF44-AC060037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813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164888-9756-44C6-99D9-6C81918A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790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99023F-4BB6-4999-B17F-7F8431CC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8860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C8ACBB-185C-4C96-9B30-F9103CCF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2800350"/>
            <a:ext cx="495300" cy="4953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27C16C-B037-4A40-842A-3F2F21AF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4457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54CA44-8B2D-48A8-8E69-C7F06028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4600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23813">
            <a:solidFill>
              <a:srgbClr val="DDE3E8"/>
            </a:solidFill>
            <a:prstDash val="solid"/>
          </a:ln>
        </p:spPr>
      </p:sp>
      <p:cxnSp>
        <p:nvCxnSpPr>
          <p:cNvPr id="67" name=""/>
          <p:cNvCxnSpPr>
            <a:stCxn xmlns:a="http://schemas.openxmlformats.org/drawingml/2006/main" id="20" idx="7"/>
            <a:endCxn xmlns:a="http://schemas.openxmlformats.org/drawingml/2006/main" id="21" idx="3"/>
          </p:cNvCxnSpPr>
          <p:nvPr/>
        </p:nvCxnSpPr>
        <p:spPr>
          <a:xfrm xmlns:a="http://schemas.openxmlformats.org/drawingml/2006/main" flipV="1">
            <a:off x="7020123" y="2352873"/>
            <a:ext cx="866378" cy="914003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68" name=""/>
          <p:cNvCxnSpPr>
            <a:stCxn xmlns:a="http://schemas.openxmlformats.org/drawingml/2006/main" id="21" idx="5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8115498" y="2352873"/>
            <a:ext cx="866378" cy="67587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69" name=""/>
          <p:cNvCxnSpPr>
            <a:stCxn xmlns:a="http://schemas.openxmlformats.org/drawingml/2006/main" id="22" idx="7"/>
            <a:endCxn xmlns:a="http://schemas.openxmlformats.org/drawingml/2006/main" id="23" idx="3"/>
          </p:cNvCxnSpPr>
          <p:nvPr/>
        </p:nvCxnSpPr>
        <p:spPr>
          <a:xfrm xmlns:a="http://schemas.openxmlformats.org/drawingml/2006/main" flipV="1">
            <a:off x="9210873" y="2067123"/>
            <a:ext cx="914003" cy="96162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70" name=""/>
          <p:cNvCxnSpPr>
            <a:stCxn xmlns:a="http://schemas.openxmlformats.org/drawingml/2006/main" id="23" idx="5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10353873" y="2067123"/>
            <a:ext cx="818753" cy="866378"/>
          </a:xfrm>
          <a:prstGeom xmlns:a="http://schemas.openxmlformats.org/drawingml/2006/main" prst="straightConnector1">
            <a:avLst/>
          </a:prstGeom>
          <a:ln xmlns:a="http://schemas.openxmlformats.org/drawingml/2006/main" w="33338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71" name=""/>
          <p:cNvCxnSpPr>
            <a:stCxn xmlns:a="http://schemas.openxmlformats.org/drawingml/2006/main" id="22" idx="5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9210873" y="3257748"/>
            <a:ext cx="675878" cy="1247378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cxnSp>
        <p:nvCxnSpPr>
          <p:cNvPr id="72" name=""/>
          <p:cNvCxnSpPr>
            <a:stCxn xmlns:a="http://schemas.openxmlformats.org/drawingml/2006/main" id="26" idx="2"/>
            <a:endCxn xmlns:a="http://schemas.openxmlformats.org/drawingml/2006/main" id="27" idx="6"/>
          </p:cNvCxnSpPr>
          <p:nvPr/>
        </p:nvCxnSpPr>
        <p:spPr>
          <a:xfrm xmlns:a="http://schemas.openxmlformats.org/drawingml/2006/main" flipH="1">
            <a:off x="8162925" y="4619625"/>
            <a:ext cx="167640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cxnSp>
        <p:nvCxnSpPr>
          <p:cNvPr id="73" name=""/>
          <p:cNvCxnSpPr>
            <a:stCxn xmlns:a="http://schemas.openxmlformats.org/drawingml/2006/main" id="27" idx="1"/>
            <a:endCxn xmlns:a="http://schemas.openxmlformats.org/drawingml/2006/main" id="20" idx="5"/>
          </p:cNvCxnSpPr>
          <p:nvPr/>
        </p:nvCxnSpPr>
        <p:spPr>
          <a:xfrm xmlns:a="http://schemas.openxmlformats.org/drawingml/2006/main" flipH="1" flipV="1">
            <a:off x="7020123" y="3495873"/>
            <a:ext cx="866378" cy="1152128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cxnSp>
        <p:nvCxnSpPr>
          <p:cNvPr id="74" name=""/>
          <p:cNvCxnSpPr>
            <a:stCxn xmlns:a="http://schemas.openxmlformats.org/drawingml/2006/main" id="21" idx="4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8001000" y="2400300"/>
            <a:ext cx="0" cy="22002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DE3E8"/>
            </a:solidFill>
            <a:prstDash val="solid"/>
            <a:tailEnd type="none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727152-0501-4160-8D10-666D71C1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7687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591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Се задржува патека до секој достижен кандидат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6FCA82-6570-4EE5-99D8-FE1DE846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81625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Наградите на јазлите се споредуваат со трошоците на рабовите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6B3CD56-539F-4BDE-8B3E-1A2B2474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143625"/>
            <a:ext cx="219075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4F86C6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повеќе тројки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2CC3F5-C4B7-481D-AB6D-310AAC82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143625"/>
            <a:ext cx="2524125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398D84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компактен подграф</a:t>
            </a:r>
          </a:p>
        </p:txBody>
      </p:sp>
    </p:spTree>
    <p:extLst>
      <p:ext uri="{BB962C8B-B14F-4D97-AF65-F5344CB8AC3E}">
        <p14:creationId xmlns:p14="http://schemas.microsoft.com/office/powerpoint/2010/main" val="18665038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D986B0-FEBD-450A-AE64-3A59B19B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F86C6"/>
                </a:solidFill>
                <a:latin typeface="Arial"/>
                <a:ea typeface="Arial"/>
                <a:cs typeface="Arial"/>
              </a:rPr>
              <a:t>Локален граф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5F4FA2-B250-4EF1-A974-3AB4F802A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571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Пребарани</a:t>
            </a:r>
          </a:p>
          <a:p xmlns:a="http://schemas.openxmlformats.org/drawingml/2006/main">
            <a:pPr algn="ctr">
              <a:defRPr sz="1800" b="1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7942"/>
                </a:solidFill>
                <a:latin typeface="Arial"/>
                <a:ea typeface="Arial"/>
                <a:cs typeface="Arial"/>
              </a:rPr>
              <a:t>ентитети-кандидати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628866-3DEC-48FF-A1CE-DD8CA3612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71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Доказен контекст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30101F-D0FC-4075-8CF8-4A9EB928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71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Одговор од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F1CBC3-C9DD-4036-B223-44BFE8F4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00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30C902-65F2-4F35-ABC9-6E732E5D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00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FE1764-F11D-4A14-9E1F-F64D48CF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600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AB61C7-D255-4ED6-BAEC-06C5CEAC4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1600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4BE"/>
          </a:solidFill>
          <a:ln xmlns:a="http://schemas.openxmlformats.org/drawingml/2006/main" w="0">
            <a:solidFill>
              <a:srgbClr val="A9B4BE"/>
            </a:solidFill>
            <a:prstDash val="solid"/>
          </a:ln>
        </p:spPr>
      </p:sp>
      <p:cxnSp>
        <p:nvCxnSpPr>
          <p:cNvPr id="49" name=""/>
          <p:cNvCxnSpPr>
            <a:stCxn xmlns:a="http://schemas.openxmlformats.org/drawingml/2006/main" id="5" idx="6"/>
            <a:endCxn xmlns:a="http://schemas.openxmlformats.org/drawingml/2006/main" id="6" idx="2"/>
          </p:cNvCxnSpPr>
          <p:nvPr/>
        </p:nvCxnSpPr>
        <p:spPr>
          <a:xfrm xmlns:a="http://schemas.openxmlformats.org/drawingml/2006/main">
            <a:off x="1619250" y="1647825"/>
            <a:ext cx="28098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6" idx="6"/>
            <a:endCxn xmlns:a="http://schemas.openxmlformats.org/drawingml/2006/main" id="7" idx="2"/>
          </p:cNvCxnSpPr>
          <p:nvPr/>
        </p:nvCxnSpPr>
        <p:spPr>
          <a:xfrm xmlns:a="http://schemas.openxmlformats.org/drawingml/2006/main">
            <a:off x="4524375" y="1647825"/>
            <a:ext cx="29051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cxnSp>
        <p:nvCxnSpPr>
          <p:cNvPr id="51" name=""/>
          <p:cNvCxnSpPr>
            <a:stCxn xmlns:a="http://schemas.openxmlformats.org/drawingml/2006/main" id="7" idx="6"/>
            <a:endCxn xmlns:a="http://schemas.openxmlformats.org/drawingml/2006/main" id="8" idx="2"/>
          </p:cNvCxnSpPr>
          <p:nvPr/>
        </p:nvCxnSpPr>
        <p:spPr>
          <a:xfrm xmlns:a="http://schemas.openxmlformats.org/drawingml/2006/main">
            <a:off x="7524750" y="1647825"/>
            <a:ext cx="28098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9B4BE"/>
            </a:solidFill>
            <a:prstDash val="solid"/>
            <a:tailEnd type="triangle" w="sm" len="sm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3F9862-7506-433A-AAF6-1F769BE29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28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49DF79-652A-4746-97DB-F597C499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5050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BA962A-1A4F-4710-BED2-05F8EF89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933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279E8C-1552-48BD-AE60-3735ADBB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5528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FBDD6A-EE18-4D63-8AD9-F1E1C4ED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67100"/>
            <a:ext cx="400050" cy="400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EED74A-739A-4DF9-BB94-D52871E2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7433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cxnSp>
        <p:nvCxnSpPr>
          <p:cNvPr id="58" name=""/>
          <p:cNvCxnSpPr>
            <a:stCxn xmlns:a="http://schemas.openxmlformats.org/drawingml/2006/main" id="12" idx="7"/>
            <a:endCxn xmlns:a="http://schemas.openxmlformats.org/drawingml/2006/main" id="13" idx="3"/>
          </p:cNvCxnSpPr>
          <p:nvPr/>
        </p:nvCxnSpPr>
        <p:spPr>
          <a:xfrm xmlns:a="http://schemas.openxmlformats.org/drawingml/2006/main" flipV="1">
            <a:off x="890447" y="2700197"/>
            <a:ext cx="457480" cy="36223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59" name=""/>
          <p:cNvCxnSpPr>
            <a:stCxn xmlns:a="http://schemas.openxmlformats.org/drawingml/2006/main" id="13" idx="5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1509572" y="2700197"/>
            <a:ext cx="505105" cy="26698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60" name=""/>
          <p:cNvCxnSpPr>
            <a:stCxn xmlns:a="http://schemas.openxmlformats.org/drawingml/2006/main" id="14" idx="5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2176322" y="3128822"/>
            <a:ext cx="266980" cy="45748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61" name=""/>
          <p:cNvCxnSpPr>
            <a:stCxn xmlns:a="http://schemas.openxmlformats.org/drawingml/2006/main" id="14" idx="3"/>
            <a:endCxn xmlns:a="http://schemas.openxmlformats.org/drawingml/2006/main" id="17" idx="7"/>
          </p:cNvCxnSpPr>
          <p:nvPr/>
        </p:nvCxnSpPr>
        <p:spPr>
          <a:xfrm xmlns:a="http://schemas.openxmlformats.org/drawingml/2006/main" flipH="1">
            <a:off x="1652447" y="3128822"/>
            <a:ext cx="362230" cy="64798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63746"/>
            </a:solidFill>
            <a:prstDash val="solid"/>
            <a:tailEnd type="none" w="med" len="med"/>
          </a:ln>
        </p:spPr>
      </p:cxnSp>
      <p:cxnSp>
        <p:nvCxnSpPr>
          <p:cNvPr id="62" name=""/>
          <p:cNvCxnSpPr>
            <a:stCxn xmlns:a="http://schemas.openxmlformats.org/drawingml/2006/main" id="17" idx="1"/>
            <a:endCxn xmlns:a="http://schemas.openxmlformats.org/drawingml/2006/main" id="12" idx="5"/>
          </p:cNvCxnSpPr>
          <p:nvPr/>
        </p:nvCxnSpPr>
        <p:spPr>
          <a:xfrm xmlns:a="http://schemas.openxmlformats.org/drawingml/2006/main" flipH="1" flipV="1">
            <a:off x="890447" y="3224072"/>
            <a:ext cx="600355" cy="55273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63746"/>
            </a:solidFill>
            <a:prstDash val="solid"/>
            <a:tailEnd type="none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8321A2-9BB1-41C7-8F95-E4F9060D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336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E1805A-02FE-4508-A62F-7DF05090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352675"/>
            <a:ext cx="1190625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FFF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2F824D-64C9-40D3-9A46-FA561038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813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952A2C-3261-4C02-A315-2ACC996D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895600"/>
            <a:ext cx="419100" cy="419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27C404-E21B-4996-8728-44C82F40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00375"/>
            <a:ext cx="1019175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EAF6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1AC535-E828-421C-B3BF-804B4AAB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290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5D4FBA-440E-4645-9CD4-3534997E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648075"/>
            <a:ext cx="847725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FFF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746773-0BB3-44C1-A60C-4E93BE46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004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23813">
            <a:solidFill>
              <a:srgbClr val="4F86C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8F5467-72CA-483F-B00C-12D726F5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7908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61708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A3303D-6D0C-4C9A-8EF7-3E18E702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575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6EE"/>
          </a:solidFill>
          <a:ln xmlns:a="http://schemas.openxmlformats.org/drawingml/2006/main" w="23813">
            <a:solidFill>
              <a:srgbClr val="4E9B6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CD4947-661E-4EC5-8577-B78402CF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171825"/>
            <a:ext cx="419100" cy="419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4E9B69"/>
            </a:solidFill>
            <a:prstDash val="dot"/>
          </a:ln>
        </p:spPr>
      </p:sp>
      <p:cxnSp>
        <p:nvCxnSpPr>
          <p:cNvPr id="74" name=""/>
          <p:cNvCxnSpPr>
            <a:stCxn xmlns:a="http://schemas.openxmlformats.org/drawingml/2006/main" id="30" idx="7"/>
            <a:endCxn xmlns:a="http://schemas.openxmlformats.org/drawingml/2006/main" id="31" idx="3"/>
          </p:cNvCxnSpPr>
          <p:nvPr/>
        </p:nvCxnSpPr>
        <p:spPr>
          <a:xfrm xmlns:a="http://schemas.openxmlformats.org/drawingml/2006/main" flipV="1">
            <a:off x="6707432" y="2985947"/>
            <a:ext cx="688870" cy="450745"/>
          </a:xfrm>
          <a:prstGeom xmlns:a="http://schemas.openxmlformats.org/drawingml/2006/main" prst="straightConnector1">
            <a:avLst/>
          </a:prstGeom>
          <a:ln xmlns:a="http://schemas.openxmlformats.org/drawingml/2006/main" w="26670">
            <a:solidFill>
              <a:srgbClr val="263746"/>
            </a:solidFill>
            <a:prstDash val="solid"/>
            <a:tailEnd type="triangle" w="sm" len="sm"/>
          </a:ln>
        </p:spPr>
      </p:cxnSp>
      <p:cxnSp>
        <p:nvCxnSpPr>
          <p:cNvPr id="75" name=""/>
          <p:cNvCxnSpPr>
            <a:stCxn xmlns:a="http://schemas.openxmlformats.org/drawingml/2006/main" id="31" idx="5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7557947" y="2985947"/>
            <a:ext cx="688870" cy="30787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DE3E8"/>
            </a:solidFill>
            <a:prstDash val="dash"/>
            <a:tailEnd type="triangle" w="sm" len="sm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627D14-F4B2-4274-8866-D88BC694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8670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23813">
            <a:solidFill>
              <a:srgbClr val="E5A23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F879009-58BD-4727-ABB1-31C60B4D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3909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вратен одговор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FC2EE1-8EF9-40ED-B0FB-D4C1B897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7898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4E9B69"/>
                </a:solidFill>
                <a:latin typeface="Arial"/>
                <a:ea typeface="Arial"/>
                <a:cs typeface="Arial"/>
              </a:rPr>
              <a:t>точниот ентитет е присутен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6FB02C-AA92-4210-B951-0661E08D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625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8064A2"/>
                </a:solidFill>
                <a:latin typeface="Arial"/>
                <a:ea typeface="Arial"/>
                <a:cs typeface="Arial"/>
              </a:rPr>
              <a:t>но не е вратен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F383E3-4744-4641-80EC-4175FF0F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9055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Загубата може да настане и по пребарувањето</a:t>
            </a:r>
          </a:p>
        </p:txBody>
      </p:sp>
    </p:spTree>
    <p:extLst>
      <p:ext uri="{BB962C8B-B14F-4D97-AF65-F5344CB8AC3E}">
        <p14:creationId xmlns:p14="http://schemas.microsoft.com/office/powerpoint/2010/main" val="17058011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2026-09-08T08:32:58.6260000Z</dcterms:created>
  <dcterms:modified xsi:type="dcterms:W3CDTF">2026-09-08T08:32:58.6260000Z</dcterms:modified>
</coreProperties>
</file>