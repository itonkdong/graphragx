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36c31d9cd4267" /><Relationship Type="http://schemas.openxmlformats.org/officeDocument/2006/relationships/extended-properties" Target="/docProps/app.xml" Id="Rb81109e7511f4005" /><Relationship Type="http://schemas.openxmlformats.org/officeDocument/2006/relationships/officeDocument" Target="/ppt/presentation.xml" Id="Radfaa5bd7d0841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f8983f4974186"/>
  </p:sldMasterIdLst>
  <p:notesMasterIdLst>
    <p:notesMasterId xmlns:r="http://schemas.openxmlformats.org/officeDocument/2006/relationships" r:id="R468e7450726149d3"/>
  </p:notesMasterIdLst>
  <p:sldIdLst>
    <p:sldId xmlns:r="http://schemas.openxmlformats.org/officeDocument/2006/relationships" id="256" r:id="R831d3367a9ee4a48"/>
    <p:sldId xmlns:r="http://schemas.openxmlformats.org/officeDocument/2006/relationships" id="257" r:id="R31777f90792a4675"/>
    <p:sldId xmlns:r="http://schemas.openxmlformats.org/officeDocument/2006/relationships" id="258" r:id="R38299a90e5ff4066"/>
    <p:sldId xmlns:r="http://schemas.openxmlformats.org/officeDocument/2006/relationships" id="259" r:id="Rdc4c490e5bd24e6a"/>
    <p:sldId xmlns:r="http://schemas.openxmlformats.org/officeDocument/2006/relationships" id="260" r:id="Re5ef3f37d77242e3"/>
    <p:sldId xmlns:r="http://schemas.openxmlformats.org/officeDocument/2006/relationships" id="261" r:id="R8e00c44baaf14e7f"/>
    <p:sldId xmlns:r="http://schemas.openxmlformats.org/officeDocument/2006/relationships" id="262" r:id="Raaf10ab063744970"/>
    <p:sldId xmlns:r="http://schemas.openxmlformats.org/officeDocument/2006/relationships" id="263" r:id="Rc67a2b5fc4844f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b6cd55a47b4a61" /><Relationship Type="http://schemas.openxmlformats.org/officeDocument/2006/relationships/slideMaster" Target="/ppt/slideMasters/slideMaster1.xml" Id="R4faf8983f4974186" /><Relationship Type="http://schemas.openxmlformats.org/officeDocument/2006/relationships/notesMaster" Target="/ppt/notesMasters/notesMaster1.xml" Id="R468e7450726149d3" /><Relationship Type="http://schemas.openxmlformats.org/officeDocument/2006/relationships/presProps" Target="/ppt/presProps.xml" Id="R08e364f11b144324" /><Relationship Type="http://schemas.openxmlformats.org/officeDocument/2006/relationships/tableStyles" Target="/ppt/tableStyles.xml" Id="Rbe352aac7be44d2c" /><Relationship Type="http://schemas.openxmlformats.org/officeDocument/2006/relationships/slide" Target="/ppt/slides/slide1.xml" Id="R831d3367a9ee4a48" /><Relationship Type="http://schemas.openxmlformats.org/officeDocument/2006/relationships/slide" Target="/ppt/slides/slide2.xml" Id="R31777f90792a4675" /><Relationship Type="http://schemas.openxmlformats.org/officeDocument/2006/relationships/slide" Target="/ppt/slides/slide3.xml" Id="R38299a90e5ff4066" /><Relationship Type="http://schemas.openxmlformats.org/officeDocument/2006/relationships/slide" Target="/ppt/slides/slide4.xml" Id="Rdc4c490e5bd24e6a" /><Relationship Type="http://schemas.openxmlformats.org/officeDocument/2006/relationships/slide" Target="/ppt/slides/slide5.xml" Id="Re5ef3f37d77242e3" /><Relationship Type="http://schemas.openxmlformats.org/officeDocument/2006/relationships/slide" Target="/ppt/slides/slide6.xml" Id="R8e00c44baaf14e7f" /><Relationship Type="http://schemas.openxmlformats.org/officeDocument/2006/relationships/slide" Target="/ppt/slides/slide7.xml" Id="Raaf10ab063744970" /><Relationship Type="http://schemas.openxmlformats.org/officeDocument/2006/relationships/slide" Target="/ppt/slides/slide8.xml" Id="Rc67a2b5fc484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6613f2e168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ef123f23344a80" /><Relationship Type="http://schemas.openxmlformats.org/officeDocument/2006/relationships/notesMaster" Target="/ppt/notesMasters/notesMaster1.xml" Id="R2d856d1460d742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25ab7e588c451b" /><Relationship Type="http://schemas.openxmlformats.org/officeDocument/2006/relationships/notesMaster" Target="/ppt/notesMasters/notesMaster1.xml" Id="Re65ef732aafe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8e1a08caa4f93" /><Relationship Type="http://schemas.openxmlformats.org/officeDocument/2006/relationships/notesMaster" Target="/ppt/notesMasters/notesMaster1.xml" Id="R01ff194a74cc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a62b26a874c6f" /><Relationship Type="http://schemas.openxmlformats.org/officeDocument/2006/relationships/notesMaster" Target="/ppt/notesMasters/notesMaster1.xml" Id="R8ba7d992ec7d43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2dcdaab4294da1" /><Relationship Type="http://schemas.openxmlformats.org/officeDocument/2006/relationships/notesMaster" Target="/ppt/notesMasters/notesMaster1.xml" Id="Rd13bc9ff83c144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6fe0671874db2" /><Relationship Type="http://schemas.openxmlformats.org/officeDocument/2006/relationships/notesMaster" Target="/ppt/notesMasters/notesMaster1.xml" Id="Rb545c158014146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85354344e54212" /><Relationship Type="http://schemas.openxmlformats.org/officeDocument/2006/relationships/notesMaster" Target="/ppt/notesMasters/notesMaster1.xml" Id="Raa5e1e3f1aa648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84c8247e2d4945" /><Relationship Type="http://schemas.openxmlformats.org/officeDocument/2006/relationships/notesMaster" Target="/ppt/notesMasters/notesMaster1.xml" Id="R42a2b602a52b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c5dc8e33240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9d6603368e4f3e" /><Relationship Type="http://schemas.openxmlformats.org/officeDocument/2006/relationships/slideLayout" Target="/ppt/slideLayouts/slideLayout1.xml" Id="R977c5c56637f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7c5c56637f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fe2fc652f40c8" /><Relationship Type="http://schemas.openxmlformats.org/officeDocument/2006/relationships/notesSlide" Target="/ppt/notesSlides/notesSlide1.xml" Id="R439789d081424c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0e3056f804bd0" /><Relationship Type="http://schemas.openxmlformats.org/officeDocument/2006/relationships/notesSlide" Target="/ppt/notesSlides/notesSlide2.xml" Id="Rf821f6d33f9b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0fefad5ec4f7d" /><Relationship Type="http://schemas.openxmlformats.org/officeDocument/2006/relationships/notesSlide" Target="/ppt/notesSlides/notesSlide3.xml" Id="Raabb687686cb42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a1832740543d2" /><Relationship Type="http://schemas.openxmlformats.org/officeDocument/2006/relationships/notesSlide" Target="/ppt/notesSlides/notesSlide4.xml" Id="R862e22957ed1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ec4937bd54f01" /><Relationship Type="http://schemas.openxmlformats.org/officeDocument/2006/relationships/notesSlide" Target="/ppt/notesSlides/notesSlide5.xml" Id="Ra606783297f343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6e870b95648a7" /><Relationship Type="http://schemas.openxmlformats.org/officeDocument/2006/relationships/notesSlide" Target="/ppt/notesSlides/notesSlide6.xml" Id="R8116663a719c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500b206fa4d7b" /><Relationship Type="http://schemas.openxmlformats.org/officeDocument/2006/relationships/notesSlide" Target="/ppt/notesSlides/notesSlide7.xml" Id="R28282d0041f447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6af68f8ac4bfe" /><Relationship Type="http://schemas.openxmlformats.org/officeDocument/2006/relationships/notesSlide" Target="/ppt/notesSlides/notesSlide8.xml" Id="Rc5e144b7f0694d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2F8D7-006B-4C4F-BDE9-031E1CFB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9EE97-6CED-42A4-8B18-55432541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90FC6-6969-4099-BB29-350F46CB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EFD57-EA05-4A9A-9312-AF04D7C4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52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CEE48-0AB2-4C13-AA4A-BADAC06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95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1" idx="4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000125" y="3790950"/>
            <a:ext cx="388693" cy="88399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35" name=""/>
          <p:cNvCxnSpPr>
            <a:stCxn xmlns:a="http://schemas.openxmlformats.org/drawingml/2006/main" id="2" idx="6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1600200" y="4762500"/>
            <a:ext cx="14668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10374557" y="3707057"/>
            <a:ext cx="634510" cy="6821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137EF-4718-46F3-9085-3D38991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"/>
            <a:ext cx="9334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Who did Viggo Mortensen play in The Lord of the Rings?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4BA7C-717C-4F52-A527-E141DBAD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6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Прашање од WebQSP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6ED05-DD19-47D9-BE4B-6BDA7ADA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FBA0F-70CB-4841-B099-9A90D0AE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Viggo Mortensen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6C812-FB1C-4B32-8CA7-EA420F4F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9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B8A88-A554-4609-9D0A-A1101DCE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настап / улога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1EAAA-B80D-4316-8D82-9DB290FC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A7464-DE90-4836-8684-43D1592D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92A13-C279-4EBD-9BD8-99198EA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Aragorn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77EAC-9E81-48C5-854F-E6ABEFAC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1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39622-C1D9-404A-9479-7B78AED7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054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Lord of the Rings</a:t>
            </a:r>
          </a:p>
        </p:txBody>
      </p:sp>
      <p:cxnSp>
        <p:nvCxnSpPr>
          <p:cNvPr id="48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638425" y="3238500"/>
            <a:ext cx="3038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134100" y="3238500"/>
            <a:ext cx="3133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3" idx="4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905500" y="3467100"/>
            <a:ext cx="0" cy="1752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127A8-392F-4CC6-93AF-A5A96AB6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film.actor.film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7A693-6159-40FB-B784-13484CE0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film.performance.character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C26BD-0A8E-4945-B844-E4699502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98D84"/>
                </a:solidFill>
                <a:latin typeface="Arial"/>
                <a:ea typeface="Arial"/>
                <a:cs typeface="Arial"/>
              </a:rPr>
              <a:t>film.performance.film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1E56F-B8BC-4E80-AEFB-91EF75E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почетен ентитет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89CF0-9F00-4957-AD7D-1A9FF7B9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точен одговор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A9D2BD-D71C-4D2C-8EC7-36012125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388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две последователни релации</a:t>
            </a:r>
          </a:p>
        </p:txBody>
      </p:sp>
    </p:spTree>
    <p:extLst>
      <p:ext uri="{BB962C8B-B14F-4D97-AF65-F5344CB8AC3E}">
        <p14:creationId xmlns:p14="http://schemas.microsoft.com/office/powerpoint/2010/main" val="74349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DABA41-05CE-42EE-AAD5-7829C388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76AC3-F430-4773-BB2D-A1751EA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18523-2CDA-4F02-9D02-9518207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17D3F-0426-42A4-8CE5-FC6BF867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cxnSp>
        <p:nvCxnSpPr>
          <p:cNvPr id="46" name=""/>
          <p:cNvCxnSpPr>
            <a:stCxn xmlns:a="http://schemas.openxmlformats.org/drawingml/2006/main" id="1" idx="6"/>
            <a:endCxn xmlns:a="http://schemas.openxmlformats.org/drawingml/2006/main" id="2" idx="2"/>
          </p:cNvCxnSpPr>
          <p:nvPr/>
        </p:nvCxnSpPr>
        <p:spPr>
          <a:xfrm xmlns:a="http://schemas.openxmlformats.org/drawingml/2006/main">
            <a:off x="1638300" y="3314700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2" idx="6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4591050" y="3314700"/>
            <a:ext cx="2867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7591425" y="3314700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110BF-92C1-4B31-BB64-B2ED0F8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DC8B1-AD28-4D0B-BA92-028CF49D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43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3F276-E586-473B-BE1E-E98B284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6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88ABF-2D14-4F76-B2A1-FBCD3B8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3" name=""/>
          <p:cNvCxnSpPr>
            <a:stCxn xmlns:a="http://schemas.openxmlformats.org/drawingml/2006/main" id="9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23797" y="2138222"/>
            <a:ext cx="433329" cy="31902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10" idx="7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890447" y="2686248"/>
            <a:ext cx="566679" cy="2333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8" idx="6"/>
          </p:cNvCxnSpPr>
          <p:nvPr/>
        </p:nvCxnSpPr>
        <p:spPr>
          <a:xfrm xmlns:a="http://schemas.openxmlformats.org/drawingml/2006/main" flipH="1" flipV="1">
            <a:off x="1733550" y="2571750"/>
            <a:ext cx="4286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B92E1-7238-4AC3-A107-036703A3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B3213-747C-43C8-8CE9-6B6D830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5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6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62247" y="2252522"/>
            <a:ext cx="547629" cy="204729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F86C6"/>
            </a:solidFill>
            <a:prstDash val="solid"/>
            <a:tail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13D49-0DAE-48FE-8887-4585023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0" name=""/>
          <p:cNvCxnSpPr>
            <a:stCxn xmlns:a="http://schemas.openxmlformats.org/drawingml/2006/main" id="18" idx="7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V="1">
            <a:off x="3862247" y="2686248"/>
            <a:ext cx="547629" cy="261879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23C"/>
            </a:solidFill>
            <a:prstDash val="solid"/>
            <a:tail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BCB1D-70C1-4D82-BC38-667BC906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0" idx="2"/>
            <a:endCxn xmlns:a="http://schemas.openxmlformats.org/drawingml/2006/main" id="15" idx="6"/>
          </p:cNvCxnSpPr>
          <p:nvPr/>
        </p:nvCxnSpPr>
        <p:spPr>
          <a:xfrm xmlns:a="http://schemas.openxmlformats.org/drawingml/2006/main" flipH="1">
            <a:off x="4686300" y="2476500"/>
            <a:ext cx="438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3204C-0EB3-4F3C-B466-CC3DE19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9070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444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i₁  i₂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F2D5B-4E40-407B-99D1-8B6AAD3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00325"/>
            <a:ext cx="1047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GNN</a:t>
            </a:r>
          </a:p>
        </p:txBody>
      </p:sp>
      <p:cxnSp>
        <p:nvCxnSpPr>
          <p:cNvPr id="6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524750" y="21907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64A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3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8048625" y="1990725"/>
            <a:ext cx="0" cy="871538"/>
          </a:xfrm>
          <a:prstGeom xmlns:a="http://schemas.openxmlformats.org/drawingml/2006/main" prst="curvedConnector2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E9755-AEAF-4C95-8301-A57D128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82E78-970A-4419-872A-2E0C5DF2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885C0-80D1-4AFE-901B-51E10455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27E05-28E3-42FD-B840-275BD690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371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B5180-60DD-4521-822D-81D6B07B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72" name=""/>
          <p:cNvCxnSpPr>
            <a:stCxn xmlns:a="http://schemas.openxmlformats.org/drawingml/2006/main" id="26" idx="7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V="1">
            <a:off x="9688757" y="2576372"/>
            <a:ext cx="441220" cy="19357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7" idx="5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0291622" y="2576372"/>
            <a:ext cx="447955" cy="24793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8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V="1">
            <a:off x="10901222" y="2583107"/>
            <a:ext cx="422170" cy="2411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BE01C1-36D8-4172-B9A9-8A82EEC5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Агрегација на</a:t>
            </a:r>
          </a:p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соседството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DB2E95-F86F-43AF-8836-0C4967D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GraphSAGE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6D7B8-5884-4657-8D95-03EDB69B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Релациско</a:t>
            </a:r>
          </a:p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моделирање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B86AA1-35C8-43A6-9B5E-DE7D972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Advance GraphSAGE</a:t>
            </a:r>
          </a:p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R-GCN · HGT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0AC71B-A22E-4684-B54A-9A9727B5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Приспособливо</a:t>
            </a:r>
          </a:p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расудување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07AC44-5682-42C6-82CA-EBA45D00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F36DB9-C056-467C-ADAD-D4B0AB27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Расудување по</a:t>
            </a:r>
          </a:p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релациски патеки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499737-C441-49F5-87E6-915AC01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</p:spTree>
    <p:extLst>
      <p:ext uri="{BB962C8B-B14F-4D97-AF65-F5344CB8AC3E}">
        <p14:creationId xmlns:p14="http://schemas.microsoft.com/office/powerpoint/2010/main" val="1180627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EE9D36-97D9-4DA7-A0BC-069BE78E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GraphSAGE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0B30D-249E-466E-B454-7AD05D3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Advance GraphSAGE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CD5A8-D7FF-4AFB-A2E5-6E7BCEB4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2EFC1-A75D-4790-AB34-0E09C45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00125"/>
            <a:ext cx="1714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  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EB18F-9C20-46F6-AFD1-E067E7B5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0012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cos(q, r)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86125" y="1247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93BE6-3421-4FD6-B83F-2637E14D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EE2DA-A379-41DB-AE63-8E58BF48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8" idx="5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835733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8D522-0944-4814-8BA2-D64A657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27" y="2408307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88047-A105-4333-9BB5-C9D118FE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647825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5D545-7BFF-40F5-8579-7194EC9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94" y="3651576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5D0CE-07C2-4E00-833D-C857B92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55" name=""/>
          <p:cNvCxnSpPr>
            <a:stCxn xmlns:a="http://schemas.openxmlformats.org/drawingml/2006/main" id="14" idx="0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 flipV="1">
            <a:off x="3238500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4C990-5281-456C-B64B-1F2CF090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550" y="3859129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C2A90-7596-42C8-9B07-0DF4B21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58" name=""/>
          <p:cNvCxnSpPr>
            <a:stCxn xmlns:a="http://schemas.openxmlformats.org/drawingml/2006/main" id="7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57575" y="33337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BBE85-BC71-4135-BFFC-35FFF4CC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Фиксно семантичко пондерирање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9A5D2-B882-4F77-9154-EC87BA9B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000125"/>
            <a:ext cx="1714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  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E22DA-DDF7-4241-BA1A-EAECA247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00125"/>
            <a:ext cx="2190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научен gate α(q, r)</a:t>
            </a:r>
          </a:p>
        </p:txBody>
      </p:sp>
      <p:cxnSp>
        <p:nvCxnSpPr>
          <p:cNvPr id="6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10575" y="12477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7942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62738-8B77-489A-88EE-E579D291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57AEF-C025-4A62-AE9B-7079709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62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4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2608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flipH="1" flipV="1">
            <a:off x="7312608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C3534-BFFD-4817-A443-033AFC30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902" y="2408307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8B3EF-69D6-4E31-BB9B-1B1517B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2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7124700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23C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3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>
            <a:off x="7124700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6864B2-4FF2-4A76-ABD2-00E6207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969" y="3651576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7EE168-6BE2-46DD-BAFE-A5E06388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73" name=""/>
          <p:cNvCxnSpPr>
            <a:stCxn xmlns:a="http://schemas.openxmlformats.org/drawingml/2006/main" id="32" idx="0"/>
            <a:endCxn xmlns:a="http://schemas.openxmlformats.org/drawingml/2006/main" id="23" idx="4"/>
          </p:cNvCxnSpPr>
          <p:nvPr/>
        </p:nvCxnSpPr>
        <p:spPr>
          <a:xfrm xmlns:a="http://schemas.openxmlformats.org/drawingml/2006/main" flipH="1" flipV="1">
            <a:off x="8715375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3" idx="4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15375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CCC891-1783-431C-972C-284F0C2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425" y="3859129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F17A35-CBD5-4CAD-BEF0-50A4A08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86100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77" name=""/>
          <p:cNvCxnSpPr>
            <a:stCxn xmlns:a="http://schemas.openxmlformats.org/drawingml/2006/main" id="23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934450" y="33337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942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590D2C-85B6-47E7-BC14-ED76B65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1143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cxnSp>
        <p:nvCxnSpPr>
          <p:cNvPr id="79" name=""/>
          <p:cNvCxnSpPr>
            <a:stCxn xmlns:a="http://schemas.openxmlformats.org/drawingml/2006/main" id="38" idx="3"/>
            <a:endCxn xmlns:a="http://schemas.openxmlformats.org/drawingml/2006/main" id="36" idx="2"/>
          </p:cNvCxnSpPr>
          <p:nvPr/>
        </p:nvCxnSpPr>
        <p:spPr>
          <a:xfrm xmlns:a="http://schemas.openxmlformats.org/drawingml/2006/main" flipV="1">
            <a:off x="9525000" y="3581400"/>
            <a:ext cx="547688" cy="17430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097E38-A5F6-4CCF-8186-B924920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15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7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Пондерирање научено за конкретното прашање</a:t>
            </a:r>
          </a:p>
        </p:txBody>
      </p:sp>
    </p:spTree>
    <p:extLst>
      <p:ext uri="{BB962C8B-B14F-4D97-AF65-F5344CB8AC3E}">
        <p14:creationId xmlns:p14="http://schemas.microsoft.com/office/powerpoint/2010/main" val="1770532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5DE238-32DD-4AC7-A7DA-55392006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R-GCN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9F0FA-EB41-44F4-83F8-E6AF6830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HGT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C6E8C-002F-4CC7-BC01-6C1FD15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AAD3-A191-4345-95EE-69AC1F3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FE77B-BB34-409B-B541-5DBEF202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4F5B1-C55B-426A-B15B-2B38765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Wᵣ₁</a:t>
            </a:r>
          </a:p>
        </p:txBody>
      </p:sp>
      <p:cxnSp>
        <p:nvCxnSpPr>
          <p:cNvPr id="41" name=""/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76450" y="2143125"/>
            <a:ext cx="1162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43350" y="2571750"/>
            <a:ext cx="514630" cy="45748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E39EF-404A-4F45-B3FD-18735CF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892" y="1860835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903B8-DABF-47B1-8EE2-9F6CA29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6AD4A-C687-49A6-8562-554C061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5277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A23C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Wᵣ₂</a:t>
            </a:r>
          </a:p>
        </p:txBody>
      </p:sp>
      <p:cxnSp>
        <p:nvCxnSpPr>
          <p:cNvPr id="46" name=""/>
          <p:cNvCxnSpPr>
            <a:stCxn xmlns:a="http://schemas.openxmlformats.org/drawingml/2006/main" id="10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885950" y="3352800"/>
            <a:ext cx="13525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5A23C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943350" y="3190875"/>
            <a:ext cx="44767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17AA7-D31A-4954-AAD3-E9E93AF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649" y="352022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D3643-68FE-4527-87C5-20C897B1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5B69F-D118-4BA2-BE19-66B9C81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Wᵣ₃</a:t>
            </a:r>
          </a:p>
        </p:txBody>
      </p:sp>
      <p:cxnSp>
        <p:nvCxnSpPr>
          <p:cNvPr id="51" name=""/>
          <p:cNvCxnSpPr>
            <a:stCxn xmlns:a="http://schemas.openxmlformats.org/drawingml/2006/main" id="15" idx="7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692983" y="4133850"/>
            <a:ext cx="545517" cy="364542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4" idx="3"/>
          </p:cNvCxnSpPr>
          <p:nvPr/>
        </p:nvCxnSpPr>
        <p:spPr>
          <a:xfrm xmlns:a="http://schemas.openxmlformats.org/drawingml/2006/main" flipV="1">
            <a:off x="3943350" y="3352520"/>
            <a:ext cx="514630" cy="7813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7F629-A6A9-4B21-BA4B-2D485E78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653" y="4562244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7D429-2447-4F66-8B23-32E3604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064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C5051-D944-4B89-96AA-E567BAAA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1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00950" y="2095500"/>
            <a:ext cx="2095780" cy="933730"/>
          </a:xfrm>
          <a:prstGeom xmlns:a="http://schemas.openxmlformats.org/drawingml/2006/main" prst="straightConnector1">
            <a:avLst/>
          </a:prstGeom>
          <a:ln xmlns:a="http://schemas.openxmlformats.org/drawingml/2006/main" w="52388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57C75-E784-43C6-A0F0-6270195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545" y="193268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F8AE7-C26A-4EAB-87CB-4761B7F2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488" y="2309813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α₁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638FF-E8DE-4BDC-B6FD-74F7A611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5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7410450" y="3190875"/>
            <a:ext cx="22193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3E3E0-2B6D-4B95-AEC3-66FEDD71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60" y="3515057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7CB64-BF45-49CE-BAA7-9947421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000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α₂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572AA-0BE1-429C-BF5E-D7B08978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9" idx="7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V="1">
            <a:off x="8265108" y="3352520"/>
            <a:ext cx="1431622" cy="114587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1ACD1-9CFE-4D3A-A788-DADCD06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78" y="4315269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ED424-136A-4B51-A112-C040443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718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α₃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B3781-BC25-4CB0-A9A4-61B2E97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8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Трансформација според типот на релацијата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8B516-36A9-49C4-8297-09F0756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102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Релациски зависен attention</a:t>
            </a:r>
          </a:p>
        </p:txBody>
      </p:sp>
    </p:spTree>
    <p:extLst>
      <p:ext uri="{BB962C8B-B14F-4D97-AF65-F5344CB8AC3E}">
        <p14:creationId xmlns:p14="http://schemas.microsoft.com/office/powerpoint/2010/main" val="1094501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AFA8B-4427-4273-B0BE-CDDE590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1313"/>
            <a:ext cx="1571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Прашање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3DC5D-C89B-4D08-B5EA-42664C6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0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Инструкции</a:t>
            </a:r>
          </a:p>
          <a:p xmlns:a="http://schemas.openxmlformats.org/drawingml/2006/main">
            <a:pPr algn="ctr">
              <a:defRPr sz="17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i₁   i₂   i₃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5C559-4651-427A-90C0-2C424A08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Расудување</a:t>
            </a:r>
          </a:p>
          <a:p xmlns:a="http://schemas.openxmlformats.org/drawingml/2006/main">
            <a:pPr algn="ctr">
              <a:defRPr sz="17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над графот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D4A76-6977-4027-8041-C95F43D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2000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Собрана</a:t>
            </a:r>
          </a:p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информација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C3E75-D08A-46CD-9D6B-A31FCE78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952500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Ревизија на</a:t>
            </a:r>
          </a:p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инструкциите</a:t>
            </a:r>
          </a:p>
        </p:txBody>
      </p:sp>
      <p:cxnSp>
        <p:nvCxnSpPr>
          <p:cNvPr id="25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2238375" y="1452563"/>
            <a:ext cx="809625" cy="176212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2" idx="2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95750" y="1952625"/>
            <a:ext cx="1000125" cy="1262063"/>
          </a:xfrm>
          <a:prstGeom xmlns:a="http://schemas.openxmlformats.org/drawingml/2006/main" prst="bentConnector5">
            <a:avLst>
              <a:gd name="adj1" fmla="val 0"/>
              <a:gd name="adj2" fmla="val 18113"/>
              <a:gd name="adj3" fmla="val 77143"/>
            </a:avLst>
          </a:prstGeom>
          <a:ln xmlns:a="http://schemas.openxmlformats.org/drawingml/2006/main" w="28575">
            <a:solidFill>
              <a:srgbClr val="8064A2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3" idx="2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143625" y="3714750"/>
            <a:ext cx="1666875" cy="1190625"/>
          </a:xfrm>
          <a:prstGeom xmlns:a="http://schemas.openxmlformats.org/drawingml/2006/main" prst="bentConnector5">
            <a:avLst>
              <a:gd name="adj1" fmla="val 0"/>
              <a:gd name="adj2" fmla="val 19200"/>
              <a:gd name="adj3" fmla="val 86286"/>
            </a:avLst>
          </a:prstGeom>
          <a:ln xmlns:a="http://schemas.openxmlformats.org/drawingml/2006/main" w="28575">
            <a:solidFill>
              <a:srgbClr val="D97942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9810750" y="1952625"/>
            <a:ext cx="666750" cy="295275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5143500" y="1452563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064A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FC464-14E1-424E-AAF9-2977294E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A49B1-CDCA-4BDB-8CD7-1C279123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57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10F1A-33C8-4818-8F30-2606F44C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8F19E-FB15-4D91-A552-BCAFA88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34" name=""/>
          <p:cNvCxnSpPr>
            <a:stCxn xmlns:a="http://schemas.openxmlformats.org/drawingml/2006/main" id="11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05375" y="5095875"/>
            <a:ext cx="531568" cy="19819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2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5612057" y="5054028"/>
            <a:ext cx="573415" cy="24004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374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61F5B-A454-416F-91E7-68C3FF86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итерација  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68A90-9213-4334-8EB0-95B2BF74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00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следна итерација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E4EC4-5541-4552-A958-357A5F5E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4837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4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Инструкциите се менуваат според информацијата откриена во графот</a:t>
            </a:r>
          </a:p>
        </p:txBody>
      </p:sp>
    </p:spTree>
    <p:extLst>
      <p:ext uri="{BB962C8B-B14F-4D97-AF65-F5344CB8AC3E}">
        <p14:creationId xmlns:p14="http://schemas.microsoft.com/office/powerpoint/2010/main" val="633598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459D33-58D1-4B4C-A0FE-A6D1E1F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C0A17-AB03-44F1-9288-F89C560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96FA9-2427-4582-B513-D4BF8C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010A4-2BD7-4C2D-8F86-9E67590B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Оценки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4DCD1-1171-4A25-B1B7-DB2A106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69113-52FE-4DED-8B2C-57BECED9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почетен ентитет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5B224-1DD4-473B-8720-0AE6208B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477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2D261-9B5F-4CBD-A904-5FAE1B6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иницијализација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C30FA-59F8-4B23-95E9-3BE17A11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66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30DAF-4BBA-4557-BB58-39016FD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67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E75A6-5A21-4912-AF63-07E7BF8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F86E3-1FFD-4AF2-870E-FD3454E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5B7F8-CEFB-4D07-A07F-999D78C4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83E01-6AFA-4C42-B495-1AC6CCA9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647700" cy="64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7F16D-984D-4463-9BBA-BF788A75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точен одговор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12559-A6E1-4F9D-A839-7262F89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E2968-492C-4D56-8992-FCDD3322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5A23C"/>
                </a:solidFill>
                <a:latin typeface="Arial"/>
                <a:ea typeface="Arial"/>
                <a:cs typeface="Arial"/>
              </a:rPr>
              <a:t>друг кандидат</a:t>
            </a:r>
          </a:p>
        </p:txBody>
      </p:sp>
      <p:cxnSp>
        <p:nvCxnSpPr>
          <p:cNvPr id="48" name=""/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666875" y="2238375"/>
            <a:ext cx="22574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267200" y="2238375"/>
            <a:ext cx="23241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6934200" y="2476500"/>
            <a:ext cx="22574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5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666875" y="3238500"/>
            <a:ext cx="22574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67200" y="4238625"/>
            <a:ext cx="23241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6934200" y="4476750"/>
            <a:ext cx="2276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5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16983" y="2359608"/>
            <a:ext cx="2424533" cy="19959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4BE"/>
            </a:solidFill>
            <a:prstDash val="dash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76A54-4DC1-4B41-9B01-1C002AB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wᵣ₁(q)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802DB-CD0C-469B-BA43-9F0A1E1A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wᵣ₂(q)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17E46-5396-40F2-B313-18472B7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wᵣ₃(q)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6DA3B-6213-4566-A57A-A6B13B88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1238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9050">
            <a:solidFill>
              <a:srgbClr val="4E9B69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9B69"/>
                </a:solidFill>
                <a:latin typeface="Arial"/>
                <a:ea typeface="Arial"/>
                <a:cs typeface="Arial"/>
              </a:rPr>
              <a:t>висока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DAC37-AFEB-4F83-8CA3-103FA01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91000"/>
            <a:ext cx="1238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ниска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F156F-C948-41E6-9C2E-00A0D0FC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53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Патеките и релациите се условени од прашањето</a:t>
            </a:r>
          </a:p>
        </p:txBody>
      </p:sp>
    </p:spTree>
    <p:extLst>
      <p:ext uri="{BB962C8B-B14F-4D97-AF65-F5344CB8AC3E}">
        <p14:creationId xmlns:p14="http://schemas.microsoft.com/office/powerpoint/2010/main" val="320681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F4B4AB-D065-4F07-ACA0-EA32469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Унија на најкратки патеки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C0D95-D96E-4D3D-859B-4BA72C6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PCST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AF2D5-6DE3-4738-BB13-52E7C6B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A9CFD-6A3F-45DF-BCC0-E5A54DC2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54B27-1BF4-42EA-8E9E-18E832CF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2F928-B9C2-4287-AFA6-D62954F1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E6EE9-2182-4C01-8952-59A25E8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DBDDB-9380-47DC-8156-E605282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172A7-CAC9-45E9-B4C7-273FCBE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72CDF-7601-41B7-AF56-BD000D3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68A9F-5324-4E64-83DB-770CEB3E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76498" y="2352873"/>
            <a:ext cx="866378" cy="91400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0" name=""/>
          <p:cNvCxnSpPr>
            <a:stCxn xmlns:a="http://schemas.openxmlformats.org/drawingml/2006/main" id="5" idx="5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71873" y="2352873"/>
            <a:ext cx="866378" cy="6758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1" name=""/>
          <p:cNvCxnSpPr>
            <a:stCxn xmlns:a="http://schemas.openxmlformats.org/drawingml/2006/main" id="6" idx="7"/>
            <a:endCxn xmlns:a="http://schemas.openxmlformats.org/drawingml/2006/main" id="7" idx="3"/>
          </p:cNvCxnSpPr>
          <p:nvPr/>
        </p:nvCxnSpPr>
        <p:spPr>
          <a:xfrm xmlns:a="http://schemas.openxmlformats.org/drawingml/2006/main" flipV="1">
            <a:off x="3067248" y="2067123"/>
            <a:ext cx="914003" cy="961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2" name=""/>
          <p:cNvCxnSpPr>
            <a:stCxn xmlns:a="http://schemas.openxmlformats.org/drawingml/2006/main" id="7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10248" y="2067123"/>
            <a:ext cx="818753" cy="866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3" name=""/>
          <p:cNvCxnSpPr>
            <a:stCxn xmlns:a="http://schemas.openxmlformats.org/drawingml/2006/main" id="6" idx="5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67248" y="3257748"/>
            <a:ext cx="675878" cy="1247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1" idx="6"/>
          </p:cNvCxnSpPr>
          <p:nvPr/>
        </p:nvCxnSpPr>
        <p:spPr>
          <a:xfrm xmlns:a="http://schemas.openxmlformats.org/drawingml/2006/main" flipH="1">
            <a:off x="2019300" y="4619625"/>
            <a:ext cx="16764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5" idx="4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7375" y="2400300"/>
            <a:ext cx="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ECA32-5154-44E7-B818-77599C2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D2D9A-0C28-4722-B996-55F81A0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61214-28B0-4427-8F8E-36C3BD8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587C6-3432-4A0A-B59F-F6AC3EE0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2E9F8-40A1-43F9-A9E7-7111883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F84F6-BC43-47C8-B9E2-C66243F5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8003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E3B0F4-FAD6-49EB-891C-9F057C89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D4DA6-854E-4404-BEB8-F62B60AD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19" idx="7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V="1">
            <a:off x="7020123" y="2352873"/>
            <a:ext cx="866378" cy="91400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5" name=""/>
          <p:cNvCxnSpPr>
            <a:stCxn xmlns:a="http://schemas.openxmlformats.org/drawingml/2006/main" id="20" idx="5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115498" y="2352873"/>
            <a:ext cx="866378" cy="6758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6" name=""/>
          <p:cNvCxnSpPr>
            <a:stCxn xmlns:a="http://schemas.openxmlformats.org/drawingml/2006/main" id="21" idx="7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9210873" y="2067123"/>
            <a:ext cx="914003" cy="961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7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353873" y="2067123"/>
            <a:ext cx="818753" cy="866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8" name=""/>
          <p:cNvCxnSpPr>
            <a:stCxn xmlns:a="http://schemas.openxmlformats.org/drawingml/2006/main" id="21" idx="5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10873" y="3257748"/>
            <a:ext cx="675878" cy="124737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69" name=""/>
          <p:cNvCxnSpPr>
            <a:stCxn xmlns:a="http://schemas.openxmlformats.org/drawingml/2006/main" id="25" idx="2"/>
            <a:endCxn xmlns:a="http://schemas.openxmlformats.org/drawingml/2006/main" id="26" idx="6"/>
          </p:cNvCxnSpPr>
          <p:nvPr/>
        </p:nvCxnSpPr>
        <p:spPr>
          <a:xfrm xmlns:a="http://schemas.openxmlformats.org/drawingml/2006/main" flipH="1">
            <a:off x="8162925" y="4619625"/>
            <a:ext cx="16764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70" name=""/>
          <p:cNvCxnSpPr>
            <a:stCxn xmlns:a="http://schemas.openxmlformats.org/drawingml/2006/main" id="20" idx="4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001000" y="2400300"/>
            <a:ext cx="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026D0-81D7-4337-9099-F400F07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59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Се задржува патека до секој достижен кандидат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1AB85-24F9-4C75-8C41-485CF54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Наградите на јазлите се споредуваат со трошоците на рабовите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49308-C41E-4A3E-982D-7B02765B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43625"/>
            <a:ext cx="2190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повеќе тројки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0ADC46-D06A-4BB1-B2A1-D8AD5216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43625"/>
            <a:ext cx="2524125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компактен подграф</a:t>
            </a:r>
          </a:p>
        </p:txBody>
      </p:sp>
    </p:spTree>
    <p:extLst>
      <p:ext uri="{BB962C8B-B14F-4D97-AF65-F5344CB8AC3E}">
        <p14:creationId xmlns:p14="http://schemas.microsoft.com/office/powerpoint/2010/main" val="218718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B99BBE-2173-449F-8528-F7250CF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Локален граф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0A71-696B-4C9A-8636-5B9CA7F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Пребарани</a:t>
            </a:r>
          </a:p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ентитети-кандидати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018C4-440F-43D8-807B-36FC736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Доказен 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82C16-1E01-4D06-98B3-1BC0B7A7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Одговор од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29480-7187-4BFF-BE6C-B246F400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B4EC5-4184-4C11-ACCC-E5C9C649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44881-F199-4474-8B06-66B0FF1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027E3-5CAC-454B-9F80-D8CDE52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619250" y="1647825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524375" y="1647825"/>
            <a:ext cx="2905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524750" y="1647825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530E8-6A53-42F2-B1F3-F4E03193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85598-0187-4317-949F-1A91950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05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5ABAD-59E5-4DDC-856D-CEB0BD5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843D8-FF45-4E20-8B17-3AA79FDF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52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73B52-7950-49BD-BEA1-7EAD855C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6710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93532-6392-44D5-A0BC-435BF9C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2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890447" y="2700197"/>
            <a:ext cx="457480" cy="3622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9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509572" y="2700197"/>
            <a:ext cx="505105" cy="2669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0" name=""/>
          <p:cNvCxnSpPr>
            <a:stCxn xmlns:a="http://schemas.openxmlformats.org/drawingml/2006/main" id="14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176322" y="3128822"/>
            <a:ext cx="266980" cy="4574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7" idx="7"/>
          </p:cNvCxnSpPr>
          <p:nvPr/>
        </p:nvCxnSpPr>
        <p:spPr>
          <a:xfrm xmlns:a="http://schemas.openxmlformats.org/drawingml/2006/main" flipH="1">
            <a:off x="1652447" y="3128822"/>
            <a:ext cx="362230" cy="6479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2" name=""/>
          <p:cNvCxnSpPr>
            <a:stCxn xmlns:a="http://schemas.openxmlformats.org/drawingml/2006/main" id="17" idx="1"/>
            <a:endCxn xmlns:a="http://schemas.openxmlformats.org/drawingml/2006/main" id="12" idx="5"/>
          </p:cNvCxnSpPr>
          <p:nvPr/>
        </p:nvCxnSpPr>
        <p:spPr>
          <a:xfrm xmlns:a="http://schemas.openxmlformats.org/drawingml/2006/main" flipH="1" flipV="1">
            <a:off x="890447" y="3224072"/>
            <a:ext cx="600355" cy="552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9B3C8-941C-4BE9-92B7-B31D27E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33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6F1EA-B1AD-4239-BACC-D66AF4D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9C985-53DF-4F4B-9E46-04EF8C00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81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A45CA-174A-48F0-8D84-C477C66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956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D8387-171A-41D1-92D5-D334504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10191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11415-1673-4624-ADE6-42DEE300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29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3999F-27B9-4D0F-806B-D8266B27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8477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37AF52-7169-42B4-9921-D1E98B9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A1824-E89F-4A27-B4BC-E8D8048C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5F027-16E9-45A2-9D63-4FA4270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A6255-8EDB-465B-89FF-CBA9A482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718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74" name=""/>
          <p:cNvCxnSpPr>
            <a:stCxn xmlns:a="http://schemas.openxmlformats.org/drawingml/2006/main" id="30" idx="7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V="1">
            <a:off x="6707432" y="2985947"/>
            <a:ext cx="688870" cy="45074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1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557947" y="2985947"/>
            <a:ext cx="688870" cy="3078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11739-7546-4504-A515-E6C6DCB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F8A948-B313-41BF-BA1C-061C4FF4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90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вратен одговор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7747B-0059-48DF-AB25-B36A4539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89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точниот ентитет е присутен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D2DE1-4735-415F-8115-E239E75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но не е вратен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C8F4D2-12E9-43E7-98DD-738C556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Загубата може да настане и по пребарувањето</a:t>
            </a:r>
          </a:p>
        </p:txBody>
      </p:sp>
    </p:spTree>
    <p:extLst>
      <p:ext uri="{BB962C8B-B14F-4D97-AF65-F5344CB8AC3E}">
        <p14:creationId xmlns:p14="http://schemas.microsoft.com/office/powerpoint/2010/main" val="989708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2026-09-08T09:07:10.6330000Z</dcterms:created>
  <dcterms:modified xsi:type="dcterms:W3CDTF">2026-09-08T09:07:10.6330000Z</dcterms:modified>
</coreProperties>
</file>