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b395a21d9b4777" /><Relationship Type="http://schemas.openxmlformats.org/officeDocument/2006/relationships/extended-properties" Target="/docProps/app.xml" Id="Rbd9d32d0aaeb4987" /><Relationship Type="http://schemas.openxmlformats.org/officeDocument/2006/relationships/officeDocument" Target="/ppt/presentation.xml" Id="R58d44fa794a147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388c2e29504b61"/>
  </p:sldMasterIdLst>
  <p:notesMasterIdLst>
    <p:notesMasterId xmlns:r="http://schemas.openxmlformats.org/officeDocument/2006/relationships" r:id="Ra457b6a64eca448a"/>
  </p:notesMasterIdLst>
  <p:sldIdLst>
    <p:sldId xmlns:r="http://schemas.openxmlformats.org/officeDocument/2006/relationships" id="256" r:id="Rdeaec776715d4271"/>
    <p:sldId xmlns:r="http://schemas.openxmlformats.org/officeDocument/2006/relationships" id="257" r:id="R43c8d5bfb1d446cc"/>
    <p:sldId xmlns:r="http://schemas.openxmlformats.org/officeDocument/2006/relationships" id="258" r:id="Rf85610dfd1334359"/>
    <p:sldId xmlns:r="http://schemas.openxmlformats.org/officeDocument/2006/relationships" id="259" r:id="R1bd133726a114540"/>
    <p:sldId xmlns:r="http://schemas.openxmlformats.org/officeDocument/2006/relationships" id="260" r:id="R5fb3b1eee6384d74"/>
    <p:sldId xmlns:r="http://schemas.openxmlformats.org/officeDocument/2006/relationships" id="261" r:id="R79255a916fbd4a48"/>
    <p:sldId xmlns:r="http://schemas.openxmlformats.org/officeDocument/2006/relationships" id="262" r:id="Re6a33744c11c497a"/>
    <p:sldId xmlns:r="http://schemas.openxmlformats.org/officeDocument/2006/relationships" id="263" r:id="R07b19c0efa0241d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4838f741b84219" /><Relationship Type="http://schemas.openxmlformats.org/officeDocument/2006/relationships/slideMaster" Target="/ppt/slideMasters/slideMaster1.xml" Id="R53388c2e29504b61" /><Relationship Type="http://schemas.openxmlformats.org/officeDocument/2006/relationships/notesMaster" Target="/ppt/notesMasters/notesMaster1.xml" Id="Ra457b6a64eca448a" /><Relationship Type="http://schemas.openxmlformats.org/officeDocument/2006/relationships/presProps" Target="/ppt/presProps.xml" Id="Rc24ee23c29b34cad" /><Relationship Type="http://schemas.openxmlformats.org/officeDocument/2006/relationships/tableStyles" Target="/ppt/tableStyles.xml" Id="R6cc9886d07154741" /><Relationship Type="http://schemas.openxmlformats.org/officeDocument/2006/relationships/slide" Target="/ppt/slides/slide1.xml" Id="Rdeaec776715d4271" /><Relationship Type="http://schemas.openxmlformats.org/officeDocument/2006/relationships/slide" Target="/ppt/slides/slide2.xml" Id="R43c8d5bfb1d446cc" /><Relationship Type="http://schemas.openxmlformats.org/officeDocument/2006/relationships/slide" Target="/ppt/slides/slide3.xml" Id="Rf85610dfd1334359" /><Relationship Type="http://schemas.openxmlformats.org/officeDocument/2006/relationships/slide" Target="/ppt/slides/slide4.xml" Id="R1bd133726a114540" /><Relationship Type="http://schemas.openxmlformats.org/officeDocument/2006/relationships/slide" Target="/ppt/slides/slide5.xml" Id="R5fb3b1eee6384d74" /><Relationship Type="http://schemas.openxmlformats.org/officeDocument/2006/relationships/slide" Target="/ppt/slides/slide6.xml" Id="R79255a916fbd4a48" /><Relationship Type="http://schemas.openxmlformats.org/officeDocument/2006/relationships/slide" Target="/ppt/slides/slide7.xml" Id="Re6a33744c11c497a" /><Relationship Type="http://schemas.openxmlformats.org/officeDocument/2006/relationships/slide" Target="/ppt/slides/slide8.xml" Id="R07b19c0efa0241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08ddbe72a5447f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0015db7c164c3f" /><Relationship Type="http://schemas.openxmlformats.org/officeDocument/2006/relationships/notesMaster" Target="/ppt/notesMasters/notesMaster1.xml" Id="R3bfc9bd0a7fa433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d196f7a08f4c14" /><Relationship Type="http://schemas.openxmlformats.org/officeDocument/2006/relationships/notesMaster" Target="/ppt/notesMasters/notesMaster1.xml" Id="R3bd0647b5fc049e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e2b114471d4406" /><Relationship Type="http://schemas.openxmlformats.org/officeDocument/2006/relationships/notesMaster" Target="/ppt/notesMasters/notesMaster1.xml" Id="Re0e977737f1a4bc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320876efd04ca6" /><Relationship Type="http://schemas.openxmlformats.org/officeDocument/2006/relationships/notesMaster" Target="/ppt/notesMasters/notesMaster1.xml" Id="Rd4a9a9148c0f47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7f1f750d7949d4" /><Relationship Type="http://schemas.openxmlformats.org/officeDocument/2006/relationships/notesMaster" Target="/ppt/notesMasters/notesMaster1.xml" Id="R1272d8b8eba9496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ab11538894c44ce" /><Relationship Type="http://schemas.openxmlformats.org/officeDocument/2006/relationships/notesMaster" Target="/ppt/notesMasters/notesMaster1.xml" Id="Rf1901d23d3aa4e5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7c7ac669eb4055" /><Relationship Type="http://schemas.openxmlformats.org/officeDocument/2006/relationships/notesMaster" Target="/ppt/notesMasters/notesMaster1.xml" Id="R18905da491024a3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88ea826e3a48d6" /><Relationship Type="http://schemas.openxmlformats.org/officeDocument/2006/relationships/notesMaster" Target="/ppt/notesMasters/notesMaster1.xml" Id="R9d31e9a90b324f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77bc88a8db44d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8a2eac0e3ac4c54" /><Relationship Type="http://schemas.openxmlformats.org/officeDocument/2006/relationships/slideLayout" Target="/ppt/slideLayouts/slideLayout1.xml" Id="Rd856887d82e041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856887d82e041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188a4d20b74125" /><Relationship Type="http://schemas.openxmlformats.org/officeDocument/2006/relationships/notesSlide" Target="/ppt/notesSlides/notesSlide1.xml" Id="Rb999806633ed4f9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6e5ac808b2446c" /><Relationship Type="http://schemas.openxmlformats.org/officeDocument/2006/relationships/notesSlide" Target="/ppt/notesSlides/notesSlide2.xml" Id="R016a8fd686da48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5b90e6202d4eed" /><Relationship Type="http://schemas.openxmlformats.org/officeDocument/2006/relationships/notesSlide" Target="/ppt/notesSlides/notesSlide3.xml" Id="R12717c50f88f4c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99f3a61014741" /><Relationship Type="http://schemas.openxmlformats.org/officeDocument/2006/relationships/notesSlide" Target="/ppt/notesSlides/notesSlide4.xml" Id="Rcacd6a8126ef465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e7394e86a443af" /><Relationship Type="http://schemas.openxmlformats.org/officeDocument/2006/relationships/notesSlide" Target="/ppt/notesSlides/notesSlide5.xml" Id="Rae67be9fab0c4e1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794ad67f6e4fde" /><Relationship Type="http://schemas.openxmlformats.org/officeDocument/2006/relationships/notesSlide" Target="/ppt/notesSlides/notesSlide6.xml" Id="Rfccda14aef0f449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599936ec8243be" /><Relationship Type="http://schemas.openxmlformats.org/officeDocument/2006/relationships/notesSlide" Target="/ppt/notesSlides/notesSlide7.xml" Id="Ra5b84d602d8240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00111779f944c0" /><Relationship Type="http://schemas.openxmlformats.org/officeDocument/2006/relationships/notesSlide" Target="/ppt/notesSlides/notesSlide8.xml" Id="Rcbdbad0ede5d47a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CAFD81-E6E4-4232-8FF9-DDD777E2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57A42A-C3DE-4665-B315-B7B0645A8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386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30B6C7-3174-47A4-9CE7-A7A778BEB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0673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23B17F-D25F-4C5F-A31F-6FE29015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4352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4B0BE5-25C3-4FA7-9904-F6821B59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4956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cxnSp>
        <p:nvCxnSpPr>
          <p:cNvPr id="34" name=""/>
          <p:cNvCxnSpPr>
            <a:stCxn xmlns:a="http://schemas.openxmlformats.org/drawingml/2006/main" id="1" idx="4"/>
            <a:endCxn xmlns:a="http://schemas.openxmlformats.org/drawingml/2006/main" id="2" idx="1"/>
          </p:cNvCxnSpPr>
          <p:nvPr/>
        </p:nvCxnSpPr>
        <p:spPr>
          <a:xfrm xmlns:a="http://schemas.openxmlformats.org/drawingml/2006/main">
            <a:off x="1000125" y="3790950"/>
            <a:ext cx="388693" cy="883993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cxnSp>
        <p:nvCxnSpPr>
          <p:cNvPr id="35" name=""/>
          <p:cNvCxnSpPr>
            <a:stCxn xmlns:a="http://schemas.openxmlformats.org/drawingml/2006/main" id="2" idx="6"/>
            <a:endCxn xmlns:a="http://schemas.openxmlformats.org/drawingml/2006/main" id="3" idx="2"/>
          </p:cNvCxnSpPr>
          <p:nvPr/>
        </p:nvCxnSpPr>
        <p:spPr>
          <a:xfrm xmlns:a="http://schemas.openxmlformats.org/drawingml/2006/main">
            <a:off x="1600200" y="4762500"/>
            <a:ext cx="146685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cxnSp>
        <p:nvCxnSpPr>
          <p:cNvPr id="36" name=""/>
          <p:cNvCxnSpPr>
            <a:stCxn xmlns:a="http://schemas.openxmlformats.org/drawingml/2006/main" id="4" idx="7"/>
            <a:endCxn xmlns:a="http://schemas.openxmlformats.org/drawingml/2006/main" id="5" idx="3"/>
          </p:cNvCxnSpPr>
          <p:nvPr/>
        </p:nvCxnSpPr>
        <p:spPr>
          <a:xfrm xmlns:a="http://schemas.openxmlformats.org/drawingml/2006/main" flipV="1">
            <a:off x="10374557" y="3707057"/>
            <a:ext cx="634510" cy="68213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574605-5A54-4A3B-9601-D61D74B8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"/>
            <a:ext cx="93345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Who did Viggo Mortensen play in The Lord of the Rings?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0E0577-8D26-4E35-A5EE-8DE7D415B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762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Прашање од WebQSP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90F7BE-2635-483B-A7EB-4086507F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29813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2E6C1C-F459-4560-A291-1850ACE4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623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Viggo Mortensen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11020E-0E2C-44EA-AB25-630E36E37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0099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45EFAF-8CD6-449C-8D93-71E18A67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337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настап / улога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3A42F4-A34C-4E79-ADF8-9720479DB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9813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87E332-DDE1-474A-A374-9FFCC0E6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95600"/>
            <a:ext cx="685800" cy="685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B3B7EE-AC08-4CAE-B64E-066CE0F9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62350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E9B69"/>
                </a:solidFill>
                <a:latin typeface="Arial"/>
                <a:ea typeface="Arial"/>
                <a:cs typeface="Arial"/>
              </a:rPr>
              <a:t>Aragorn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CCBF69-845F-4E9C-9AD3-BB848ADBA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2197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D6A4E5-9EAF-4726-AF33-9F6A96325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570547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The Lord of the Rings</a:t>
            </a:r>
          </a:p>
        </p:txBody>
      </p:sp>
      <p:cxnSp>
        <p:nvCxnSpPr>
          <p:cNvPr id="48" name=""/>
          <p:cNvCxnSpPr>
            <a:stCxn xmlns:a="http://schemas.openxmlformats.org/drawingml/2006/main" id="11" idx="6"/>
            <a:endCxn xmlns:a="http://schemas.openxmlformats.org/drawingml/2006/main" id="13" idx="2"/>
          </p:cNvCxnSpPr>
          <p:nvPr/>
        </p:nvCxnSpPr>
        <p:spPr>
          <a:xfrm xmlns:a="http://schemas.openxmlformats.org/drawingml/2006/main">
            <a:off x="2638425" y="3238500"/>
            <a:ext cx="30384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63746"/>
            </a:solidFill>
            <a:prstDash val="solid"/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13" idx="6"/>
            <a:endCxn xmlns:a="http://schemas.openxmlformats.org/drawingml/2006/main" id="15" idx="2"/>
          </p:cNvCxnSpPr>
          <p:nvPr/>
        </p:nvCxnSpPr>
        <p:spPr>
          <a:xfrm xmlns:a="http://schemas.openxmlformats.org/drawingml/2006/main">
            <a:off x="6134100" y="3238500"/>
            <a:ext cx="31337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63746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13" idx="4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5905500" y="3467100"/>
            <a:ext cx="0" cy="17526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398D84"/>
            </a:solidFill>
            <a:prstDash val="solid"/>
            <a:tailEnd type="triangle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1FE7F4-EB3B-40FD-8D98-FCA70644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098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film.actor.film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B7D1A6-4ABF-4C74-BC66-255F0A332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0985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film.performance.character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4B98DD-03C7-421F-B259-2E417DEC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33387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98D84"/>
                </a:solidFill>
                <a:latin typeface="Arial"/>
                <a:ea typeface="Arial"/>
                <a:cs typeface="Arial"/>
              </a:rPr>
              <a:t>film.performance.film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7E8B73-43A4-4DE5-95E4-129A2F8DE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9528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86C6"/>
                </a:solidFill>
                <a:latin typeface="Arial"/>
                <a:ea typeface="Arial"/>
                <a:cs typeface="Arial"/>
              </a:rPr>
              <a:t>почетен ентитет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19AA77-3B25-4BB8-86AA-64A7ACB68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528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9B69"/>
                </a:solidFill>
                <a:latin typeface="Arial"/>
                <a:ea typeface="Arial"/>
                <a:cs typeface="Arial"/>
              </a:rPr>
              <a:t>точен одговор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4B6347-9116-4576-8DC6-5C7C579E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23887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две последователни релации</a:t>
            </a:r>
          </a:p>
        </p:txBody>
      </p:sp>
    </p:spTree>
    <p:extLst>
      <p:ext uri="{BB962C8B-B14F-4D97-AF65-F5344CB8AC3E}">
        <p14:creationId xmlns:p14="http://schemas.microsoft.com/office/powerpoint/2010/main" val="13415718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D994A40-2384-49B2-9DDD-1E735B1C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248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122382-7BCF-4BB0-B1AD-DD3992D34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48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21B5F1-0A5F-462E-B48D-A49A782FD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3248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876A41-4DCB-40F2-B35F-DCB9A3B6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3248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cxnSp>
        <p:nvCxnSpPr>
          <p:cNvPr id="46" name=""/>
          <p:cNvCxnSpPr>
            <a:stCxn xmlns:a="http://schemas.openxmlformats.org/drawingml/2006/main" id="1" idx="6"/>
            <a:endCxn xmlns:a="http://schemas.openxmlformats.org/drawingml/2006/main" id="2" idx="2"/>
          </p:cNvCxnSpPr>
          <p:nvPr/>
        </p:nvCxnSpPr>
        <p:spPr>
          <a:xfrm xmlns:a="http://schemas.openxmlformats.org/drawingml/2006/main">
            <a:off x="1638300" y="3314700"/>
            <a:ext cx="2819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9B4BE"/>
            </a:solidFill>
            <a:prstDash val="solid"/>
            <a:tailEnd type="triangle" w="sm" len="sm"/>
          </a:ln>
        </p:spPr>
      </p:cxnSp>
      <p:cxnSp>
        <p:nvCxnSpPr>
          <p:cNvPr id="47" name=""/>
          <p:cNvCxnSpPr>
            <a:stCxn xmlns:a="http://schemas.openxmlformats.org/drawingml/2006/main" id="2" idx="6"/>
            <a:endCxn xmlns:a="http://schemas.openxmlformats.org/drawingml/2006/main" id="3" idx="2"/>
          </p:cNvCxnSpPr>
          <p:nvPr/>
        </p:nvCxnSpPr>
        <p:spPr>
          <a:xfrm xmlns:a="http://schemas.openxmlformats.org/drawingml/2006/main">
            <a:off x="4591050" y="3314700"/>
            <a:ext cx="28670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9B4BE"/>
            </a:solidFill>
            <a:prstDash val="solid"/>
            <a:tailEnd type="triangle" w="sm" len="sm"/>
          </a:ln>
        </p:spPr>
      </p:cxnSp>
      <p:cxnSp>
        <p:nvCxnSpPr>
          <p:cNvPr id="48" name=""/>
          <p:cNvCxnSpPr>
            <a:stCxn xmlns:a="http://schemas.openxmlformats.org/drawingml/2006/main" id="3" idx="6"/>
            <a:endCxn xmlns:a="http://schemas.openxmlformats.org/drawingml/2006/main" id="4" idx="2"/>
          </p:cNvCxnSpPr>
          <p:nvPr/>
        </p:nvCxnSpPr>
        <p:spPr>
          <a:xfrm xmlns:a="http://schemas.openxmlformats.org/drawingml/2006/main">
            <a:off x="7591425" y="3314700"/>
            <a:ext cx="2819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9B4BE"/>
            </a:solidFill>
            <a:prstDash val="solid"/>
            <a:tailEnd type="triangle" w="sm" len="sm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4316FE-E00E-4665-A8FA-0679892A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4098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C65E28-73CF-4695-B9B0-E65C6A6AE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19431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3273F-29BA-490D-AF95-D8ED2487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8860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2B3A60-B9D0-4DB0-B4C0-51930CB0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cxnSp>
        <p:nvCxnSpPr>
          <p:cNvPr id="53" name=""/>
          <p:cNvCxnSpPr>
            <a:stCxn xmlns:a="http://schemas.openxmlformats.org/drawingml/2006/main" id="9" idx="5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1023797" y="2138222"/>
            <a:ext cx="433329" cy="319029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F86C6"/>
            </a:solidFill>
            <a:prstDash val="solid"/>
            <a:tailEnd type="none" w="med" len="med"/>
          </a:ln>
        </p:spPr>
      </p:cxnSp>
      <p:cxnSp>
        <p:nvCxnSpPr>
          <p:cNvPr id="54" name=""/>
          <p:cNvCxnSpPr>
            <a:stCxn xmlns:a="http://schemas.openxmlformats.org/drawingml/2006/main" id="10" idx="7"/>
            <a:endCxn xmlns:a="http://schemas.openxmlformats.org/drawingml/2006/main" id="8" idx="3"/>
          </p:cNvCxnSpPr>
          <p:nvPr/>
        </p:nvCxnSpPr>
        <p:spPr>
          <a:xfrm xmlns:a="http://schemas.openxmlformats.org/drawingml/2006/main" flipV="1">
            <a:off x="890447" y="2686248"/>
            <a:ext cx="566679" cy="233304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F86C6"/>
            </a:solidFill>
            <a:prstDash val="solid"/>
            <a:tailEnd type="none" w="med" len="med"/>
          </a:ln>
        </p:spPr>
      </p:cxnSp>
      <p:cxnSp>
        <p:nvCxnSpPr>
          <p:cNvPr id="55" name=""/>
          <p:cNvCxnSpPr>
            <a:stCxn xmlns:a="http://schemas.openxmlformats.org/drawingml/2006/main" id="11" idx="2"/>
            <a:endCxn xmlns:a="http://schemas.openxmlformats.org/drawingml/2006/main" id="8" idx="6"/>
          </p:cNvCxnSpPr>
          <p:nvPr/>
        </p:nvCxnSpPr>
        <p:spPr>
          <a:xfrm xmlns:a="http://schemas.openxmlformats.org/drawingml/2006/main" flipH="1" flipV="1">
            <a:off x="1733550" y="2571750"/>
            <a:ext cx="428625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F86C6"/>
            </a:solidFill>
            <a:prstDash val="solid"/>
            <a:tailEnd type="non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2AFB9A-B44E-4BCD-ABB8-162A92F0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098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D9794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1C68E5-7B92-41ED-AE95-EC5B619C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0574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cxnSp>
        <p:nvCxnSpPr>
          <p:cNvPr id="58" name=""/>
          <p:cNvCxnSpPr>
            <a:stCxn xmlns:a="http://schemas.openxmlformats.org/drawingml/2006/main" id="16" idx="5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3862247" y="2252522"/>
            <a:ext cx="547629" cy="204729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4F86C6"/>
            </a:solidFill>
            <a:prstDash val="solid"/>
            <a:tailEnd type="none" w="med" len="me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A27A0F-0816-4727-BCDB-BC3890FD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9146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cxnSp>
        <p:nvCxnSpPr>
          <p:cNvPr id="60" name=""/>
          <p:cNvCxnSpPr>
            <a:stCxn xmlns:a="http://schemas.openxmlformats.org/drawingml/2006/main" id="18" idx="7"/>
            <a:endCxn xmlns:a="http://schemas.openxmlformats.org/drawingml/2006/main" id="15" idx="3"/>
          </p:cNvCxnSpPr>
          <p:nvPr/>
        </p:nvCxnSpPr>
        <p:spPr>
          <a:xfrm xmlns:a="http://schemas.openxmlformats.org/drawingml/2006/main" flipV="1">
            <a:off x="3862247" y="2686248"/>
            <a:ext cx="547629" cy="261879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5A23C"/>
            </a:solidFill>
            <a:prstDash val="solid"/>
            <a:tailEnd type="none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1C89D3-7C6B-4DF1-A0C7-709A6781C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62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cxnSp>
        <p:nvCxnSpPr>
          <p:cNvPr id="62" name=""/>
          <p:cNvCxnSpPr>
            <a:stCxn xmlns:a="http://schemas.openxmlformats.org/drawingml/2006/main" id="20" idx="2"/>
            <a:endCxn xmlns:a="http://schemas.openxmlformats.org/drawingml/2006/main" id="15" idx="6"/>
          </p:cNvCxnSpPr>
          <p:nvPr/>
        </p:nvCxnSpPr>
        <p:spPr>
          <a:xfrm xmlns:a="http://schemas.openxmlformats.org/drawingml/2006/main" flipH="1">
            <a:off x="4686300" y="2476500"/>
            <a:ext cx="438150" cy="952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98D84"/>
            </a:solidFill>
            <a:prstDash val="solid"/>
            <a:tailEnd type="none" w="med" len="me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F0BE50-6CBB-48D4-A456-AD9B3BA0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790700"/>
            <a:ext cx="1047750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1ECF7"/>
          </a:solidFill>
          <a:ln xmlns:a="http://schemas.openxmlformats.org/drawingml/2006/main" w="19050">
            <a:solidFill>
              <a:srgbClr val="8064A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4441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i₁  i₂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4E67D9-70F6-4C03-B2D2-BDA6BB7F5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00325"/>
            <a:ext cx="1047750" cy="523875"/>
          </a:xfrm>
          <a:prstGeom xmlns:a="http://schemas.openxmlformats.org/drawingml/2006/main" prst="roundRect">
            <a:avLst>
              <a:gd name="adj" fmla="val 25455"/>
            </a:avLst>
          </a:prstGeom>
          <a:solidFill xmlns:a="http://schemas.openxmlformats.org/drawingml/2006/main">
            <a:srgbClr val="FBEDE5"/>
          </a:solidFill>
          <a:ln xmlns:a="http://schemas.openxmlformats.org/drawingml/2006/main" w="19050">
            <a:solidFill>
              <a:srgbClr val="D9794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GNN</a:t>
            </a:r>
          </a:p>
        </p:txBody>
      </p:sp>
      <p:cxnSp>
        <p:nvCxnSpPr>
          <p:cNvPr id="65" name=""/>
          <p:cNvCxnSpPr>
            <a:stCxn xmlns:a="http://schemas.openxmlformats.org/drawingml/2006/main" id="22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7524750" y="2190750"/>
            <a:ext cx="0" cy="4095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64A2"/>
            </a:solidFill>
            <a:prstDash val="solid"/>
            <a:tailEnd type="triangle" w="sm" len="sm"/>
          </a:ln>
        </p:spPr>
      </p:cxnSp>
      <p:cxnSp>
        <p:nvCxnSpPr>
          <p:cNvPr id="66" name=""/>
          <p:cNvCxnSpPr>
            <a:stCxn xmlns:a="http://schemas.openxmlformats.org/drawingml/2006/main" id="23" idx="3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V="1">
            <a:off x="8048625" y="1990725"/>
            <a:ext cx="0" cy="871538"/>
          </a:xfrm>
          <a:prstGeom xmlns:a="http://schemas.openxmlformats.org/drawingml/2006/main" prst="curvedConnector2">
            <a:avLst/>
          </a:prstGeom>
          <a:ln xmlns:a="http://schemas.openxmlformats.org/drawingml/2006/main" w="23813">
            <a:solidFill>
              <a:srgbClr val="398D84"/>
            </a:solidFill>
            <a:prstDash val="solid"/>
            <a:tailEnd type="triangle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68AC9-2B2E-45A0-98F9-26987DF6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7336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BD3BFE-5FBF-4ACB-A8A3-E9096A389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812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28C34B-A9DD-4F66-B0A0-F7BA260C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7908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B2646D-30F0-46E0-A125-C219DD88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23717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823958-E6D5-4F1C-B8D6-189185AA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286000"/>
            <a:ext cx="419100" cy="419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cxnSp>
        <p:nvCxnSpPr>
          <p:cNvPr id="72" name=""/>
          <p:cNvCxnSpPr>
            <a:stCxn xmlns:a="http://schemas.openxmlformats.org/drawingml/2006/main" id="26" idx="7"/>
            <a:endCxn xmlns:a="http://schemas.openxmlformats.org/drawingml/2006/main" id="27" idx="3"/>
          </p:cNvCxnSpPr>
          <p:nvPr/>
        </p:nvCxnSpPr>
        <p:spPr>
          <a:xfrm xmlns:a="http://schemas.openxmlformats.org/drawingml/2006/main" flipV="1">
            <a:off x="9688757" y="2576372"/>
            <a:ext cx="441220" cy="19357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73" name=""/>
          <p:cNvCxnSpPr>
            <a:stCxn xmlns:a="http://schemas.openxmlformats.org/drawingml/2006/main" id="27" idx="5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10291622" y="2576372"/>
            <a:ext cx="447955" cy="24793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28" idx="7"/>
            <a:endCxn xmlns:a="http://schemas.openxmlformats.org/drawingml/2006/main" id="29" idx="3"/>
          </p:cNvCxnSpPr>
          <p:nvPr/>
        </p:nvCxnSpPr>
        <p:spPr>
          <a:xfrm xmlns:a="http://schemas.openxmlformats.org/drawingml/2006/main" flipV="1">
            <a:off x="10901222" y="2583107"/>
            <a:ext cx="422170" cy="24119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98D84"/>
            </a:solidFill>
            <a:prstDash val="solid"/>
            <a:tailEnd type="triangle" w="sm" len="sm"/>
          </a:ln>
        </p:spPr>
      </p:cxn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30F0A2E-3C2B-466E-87D9-E318E3EB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000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Агрегација на</a:t>
            </a:r>
          </a:p>
          <a:p xmlns:a="http://schemas.openxmlformats.org/drawingml/2006/main">
            <a:pPr algn="ctr">
              <a:defRPr sz="180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соседството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8B6823D-D2A2-4DBA-B24A-48D72EAE5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762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GraphSAGE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2A7670B-66C9-4854-B91F-37F37CBDA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000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Релациско</a:t>
            </a:r>
          </a:p>
          <a:p xmlns:a="http://schemas.openxmlformats.org/drawingml/2006/main">
            <a:pPr algn="ctr">
              <a:defRPr sz="180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моделирање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CFD9F0B-2727-4A2D-AE1F-AF467C57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762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Advance GraphSAGE</a:t>
            </a:r>
          </a:p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R-GCN · HGT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A903174-CF05-4CA9-8C28-2A712A8B4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00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Приспособливо</a:t>
            </a:r>
          </a:p>
          <a:p xmlns:a="http://schemas.openxmlformats.org/drawingml/2006/main">
            <a:pPr algn="ctr">
              <a:defRPr sz="180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расудување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777EBCC-E4F8-4B0C-B7A2-AC3273D9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62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ReaRev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17A1D1D-BB42-4971-A7BE-D47F91EC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00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Расудување по</a:t>
            </a:r>
          </a:p>
          <a:p xmlns:a="http://schemas.openxmlformats.org/drawingml/2006/main">
            <a:pPr algn="ctr">
              <a:defRPr sz="180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релациски патеки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8DD8AA7-1DC0-470D-8CF5-2A8F256C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762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NBFNet</a:t>
            </a:r>
          </a:p>
        </p:txBody>
      </p:sp>
    </p:spTree>
    <p:extLst>
      <p:ext uri="{BB962C8B-B14F-4D97-AF65-F5344CB8AC3E}">
        <p14:creationId xmlns:p14="http://schemas.microsoft.com/office/powerpoint/2010/main" val="19998921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69803E-BCDB-4342-8896-1ED86A0F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8625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GraphSAGE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7766C7-CC5B-4AB3-9A5E-F7A58ACE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28625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Advance GraphSAGE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A6A8A1-3802-4750-A955-749F5793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3875"/>
            <a:ext cx="19050" cy="5572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7969FA-6A4B-4206-A901-7A884D72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000125"/>
            <a:ext cx="1714500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прашање  q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BB1218-E6FB-4EB8-AB97-F6FDC587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000125"/>
            <a:ext cx="1428750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19050">
            <a:solidFill>
              <a:srgbClr val="A9B4BE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cos(q, r)</a:t>
            </a:r>
          </a:p>
        </p:txBody>
      </p:sp>
      <p:cxnSp>
        <p:nvCxnSpPr>
          <p:cNvPr id="46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286125" y="1247775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F86C6"/>
            </a:solidFill>
            <a:prstDash val="solid"/>
            <a:tailEnd type="triangle" w="sm" len="sm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952118-9B3D-409F-994F-8F091DBA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1146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232C66-7B15-497F-9646-3FB555F3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62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cxnSp>
        <p:nvCxnSpPr>
          <p:cNvPr id="49" name=""/>
          <p:cNvCxnSpPr>
            <a:stCxn xmlns:a="http://schemas.openxmlformats.org/drawingml/2006/main" id="8" idx="5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1835733" y="2454858"/>
            <a:ext cx="1247857" cy="723982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F86C6"/>
            </a:solidFill>
            <a:prstDash val="solid"/>
            <a:tailEnd type="triangle" w="sm" len="sm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25949F-D621-4B69-BBF3-622291EA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028825"/>
            <a:ext cx="4572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6554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r₁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C6B010-8FDB-44D6-9DED-55148DAFE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cxnSp>
        <p:nvCxnSpPr>
          <p:cNvPr id="52" name=""/>
          <p:cNvCxnSpPr>
            <a:stCxn xmlns:a="http://schemas.openxmlformats.org/drawingml/2006/main" id="11" idx="6"/>
            <a:endCxn xmlns:a="http://schemas.openxmlformats.org/drawingml/2006/main" id="7" idx="2"/>
          </p:cNvCxnSpPr>
          <p:nvPr/>
        </p:nvCxnSpPr>
        <p:spPr>
          <a:xfrm xmlns:a="http://schemas.openxmlformats.org/drawingml/2006/main" flipV="1">
            <a:off x="1647825" y="3333750"/>
            <a:ext cx="137160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E5A23C"/>
            </a:solidFill>
            <a:prstDash val="solid"/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7DA0D5-E44F-49C4-98DD-94136197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810000"/>
            <a:ext cx="4572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6554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r₂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5E950D-A02D-4678-9468-244DC735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48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cxnSp>
        <p:nvCxnSpPr>
          <p:cNvPr id="55" name=""/>
          <p:cNvCxnSpPr>
            <a:stCxn xmlns:a="http://schemas.openxmlformats.org/drawingml/2006/main" id="14" idx="0"/>
            <a:endCxn xmlns:a="http://schemas.openxmlformats.org/drawingml/2006/main" id="7" idx="4"/>
          </p:cNvCxnSpPr>
          <p:nvPr/>
        </p:nvCxnSpPr>
        <p:spPr>
          <a:xfrm xmlns:a="http://schemas.openxmlformats.org/drawingml/2006/main" flipH="1" flipV="1">
            <a:off x="3238500" y="3552825"/>
            <a:ext cx="142875" cy="8953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98D84"/>
            </a:solidFill>
            <a:prstDash val="solid"/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8790EC-65C1-4991-A494-791C0286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838575"/>
            <a:ext cx="4572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6554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r₃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E746D3-4D65-4BD7-8DAB-2FCF749D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86100"/>
            <a:ext cx="1000125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оценка</a:t>
            </a:r>
          </a:p>
        </p:txBody>
      </p:sp>
      <p:cxnSp>
        <p:nvCxnSpPr>
          <p:cNvPr id="58" name=""/>
          <p:cNvCxnSpPr>
            <a:stCxn xmlns:a="http://schemas.openxmlformats.org/drawingml/2006/main" id="7" idx="6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3457575" y="3333750"/>
            <a:ext cx="6381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F86C6"/>
            </a:solidFill>
            <a:prstDash val="solid"/>
            <a:tailEnd type="triangle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E940F2-802F-4F70-9879-8CB8ABE7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715000"/>
            <a:ext cx="381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Фиксно семантичко пондерирање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90B810-ED6A-4051-BEB4-503947489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1000125"/>
            <a:ext cx="1714500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прашање  q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1FAE34-10DB-40CF-AD9E-7C1AEF93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000125"/>
            <a:ext cx="2190750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FBEDE5"/>
          </a:solidFill>
          <a:ln xmlns:a="http://schemas.openxmlformats.org/drawingml/2006/main" w="19050">
            <a:solidFill>
              <a:srgbClr val="D9794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научен gate  α(q, r)</a:t>
            </a:r>
          </a:p>
        </p:txBody>
      </p:sp>
      <p:cxnSp>
        <p:nvCxnSpPr>
          <p:cNvPr id="62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8410575" y="1247775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97942"/>
            </a:solidFill>
            <a:prstDash val="solid"/>
            <a:tailEnd type="triangle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4CD1CD-6ABB-4192-AB84-1759C018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146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D9794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16225B-1FAB-4887-8CD4-937435A2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162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cxnSp>
        <p:nvCxnSpPr>
          <p:cNvPr id="65" name=""/>
          <p:cNvCxnSpPr>
            <a:stCxn xmlns:a="http://schemas.openxmlformats.org/drawingml/2006/main" id="24" idx="5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7312608" y="2454858"/>
            <a:ext cx="1247857" cy="723982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F86C6"/>
            </a:solidFill>
            <a:prstDash val="solid"/>
            <a:tailEnd type="triangle" w="sm" len="sm"/>
          </a:ln>
        </p:spPr>
      </p:cxnSp>
      <p:cxnSp>
        <p:nvCxnSpPr>
          <p:cNvPr id="66" name=""/>
          <p:cNvCxnSpPr>
            <a:stCxn xmlns:a="http://schemas.openxmlformats.org/drawingml/2006/main" id="23" idx="1"/>
            <a:endCxn xmlns:a="http://schemas.openxmlformats.org/drawingml/2006/main" id="24" idx="5"/>
          </p:cNvCxnSpPr>
          <p:nvPr/>
        </p:nvCxnSpPr>
        <p:spPr>
          <a:xfrm xmlns:a="http://schemas.openxmlformats.org/drawingml/2006/main" flipH="1" flipV="1">
            <a:off x="7312608" y="2454858"/>
            <a:ext cx="1247857" cy="723982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dash"/>
            <a:tailEnd type="triangle" w="sm" len="sm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717247-979F-43A4-BB23-B86EE4C5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028825"/>
            <a:ext cx="4572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6554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r₁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0A5794-6CAE-4640-9E59-2DF2CB6A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cxnSp>
        <p:nvCxnSpPr>
          <p:cNvPr id="69" name=""/>
          <p:cNvCxnSpPr>
            <a:stCxn xmlns:a="http://schemas.openxmlformats.org/drawingml/2006/main" id="28" idx="6"/>
            <a:endCxn xmlns:a="http://schemas.openxmlformats.org/drawingml/2006/main" id="23" idx="2"/>
          </p:cNvCxnSpPr>
          <p:nvPr/>
        </p:nvCxnSpPr>
        <p:spPr>
          <a:xfrm xmlns:a="http://schemas.openxmlformats.org/drawingml/2006/main" flipV="1">
            <a:off x="7124700" y="3333750"/>
            <a:ext cx="137160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5A23C"/>
            </a:solidFill>
            <a:prstDash val="solid"/>
            <a:tailEnd type="triangle" w="sm" len="sm"/>
          </a:ln>
        </p:spPr>
      </p:cxnSp>
      <p:cxnSp>
        <p:nvCxnSpPr>
          <p:cNvPr id="70" name=""/>
          <p:cNvCxnSpPr>
            <a:stCxn xmlns:a="http://schemas.openxmlformats.org/drawingml/2006/main" id="23" idx="2"/>
            <a:endCxn xmlns:a="http://schemas.openxmlformats.org/drawingml/2006/main" id="28" idx="6"/>
          </p:cNvCxnSpPr>
          <p:nvPr/>
        </p:nvCxnSpPr>
        <p:spPr>
          <a:xfrm xmlns:a="http://schemas.openxmlformats.org/drawingml/2006/main" flipH="1">
            <a:off x="7124700" y="3333750"/>
            <a:ext cx="137160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dash"/>
            <a:tailEnd type="triangle" w="sm" len="sm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80830E-7899-4047-BBC2-3C689286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810000"/>
            <a:ext cx="4572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6554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r₂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488285-5813-4CA5-8BE0-7A6258E1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448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cxnSp>
        <p:nvCxnSpPr>
          <p:cNvPr id="73" name=""/>
          <p:cNvCxnSpPr>
            <a:stCxn xmlns:a="http://schemas.openxmlformats.org/drawingml/2006/main" id="32" idx="0"/>
            <a:endCxn xmlns:a="http://schemas.openxmlformats.org/drawingml/2006/main" id="23" idx="4"/>
          </p:cNvCxnSpPr>
          <p:nvPr/>
        </p:nvCxnSpPr>
        <p:spPr>
          <a:xfrm xmlns:a="http://schemas.openxmlformats.org/drawingml/2006/main" flipH="1" flipV="1">
            <a:off x="8715375" y="3552825"/>
            <a:ext cx="142875" cy="89535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23" idx="4"/>
            <a:endCxn xmlns:a="http://schemas.openxmlformats.org/drawingml/2006/main" id="32" idx="0"/>
          </p:cNvCxnSpPr>
          <p:nvPr/>
        </p:nvCxnSpPr>
        <p:spPr>
          <a:xfrm xmlns:a="http://schemas.openxmlformats.org/drawingml/2006/main">
            <a:off x="8715375" y="3552825"/>
            <a:ext cx="142875" cy="8953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dash"/>
            <a:tailEnd type="triangle" w="sm" len="sm"/>
          </a:ln>
        </p:spPr>
      </p:cxn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9F155E-256D-4A15-B5E0-AE56F458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838575"/>
            <a:ext cx="4572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6554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r₃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0FF637F-8B3A-481B-B810-1B016411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086100"/>
            <a:ext cx="1000125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FBEDE5"/>
          </a:solidFill>
          <a:ln xmlns:a="http://schemas.openxmlformats.org/drawingml/2006/main" w="19050">
            <a:solidFill>
              <a:srgbClr val="D9794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оценка</a:t>
            </a:r>
          </a:p>
        </p:txBody>
      </p:sp>
      <p:cxnSp>
        <p:nvCxnSpPr>
          <p:cNvPr id="77" name=""/>
          <p:cNvCxnSpPr>
            <a:stCxn xmlns:a="http://schemas.openxmlformats.org/drawingml/2006/main" id="23" idx="6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8934450" y="3333750"/>
            <a:ext cx="6381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97942"/>
            </a:solidFill>
            <a:prstDash val="solid"/>
            <a:tailEnd type="triangle" w="sm" len="sm"/>
          </a:ln>
        </p:spPr>
      </p:cxn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86597D0-15FC-4D94-B329-4B8A56F8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143500"/>
            <a:ext cx="1143000" cy="361950"/>
          </a:xfrm>
          <a:prstGeom xmlns:a="http://schemas.openxmlformats.org/drawingml/2006/main" prst="roundRect">
            <a:avLst>
              <a:gd name="adj" fmla="val 36842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19050">
            <a:solidFill>
              <a:srgbClr val="A9B4BE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080"/>
                </a:solidFill>
                <a:latin typeface="Arial"/>
                <a:ea typeface="Arial"/>
                <a:cs typeface="Arial"/>
              </a:rPr>
              <a:t>residual</a:t>
            </a:r>
          </a:p>
        </p:txBody>
      </p:sp>
      <p:cxnSp>
        <p:nvCxnSpPr>
          <p:cNvPr id="79" name=""/>
          <p:cNvCxnSpPr>
            <a:stCxn xmlns:a="http://schemas.openxmlformats.org/drawingml/2006/main" id="38" idx="3"/>
            <a:endCxn xmlns:a="http://schemas.openxmlformats.org/drawingml/2006/main" id="36" idx="2"/>
          </p:cNvCxnSpPr>
          <p:nvPr/>
        </p:nvCxnSpPr>
        <p:spPr>
          <a:xfrm xmlns:a="http://schemas.openxmlformats.org/drawingml/2006/main" flipV="1">
            <a:off x="9525000" y="3581400"/>
            <a:ext cx="547688" cy="1743075"/>
          </a:xfrm>
          <a:prstGeom xmlns:a="http://schemas.openxmlformats.org/drawingml/2006/main" prst="bentConnector2">
            <a:avLst/>
          </a:prstGeom>
          <a:ln xmlns:a="http://schemas.openxmlformats.org/drawingml/2006/main" w="19050">
            <a:solidFill>
              <a:srgbClr val="A9B4BE"/>
            </a:solidFill>
            <a:prstDash val="solid"/>
            <a:tailEnd type="triangle" w="sm" len="sm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C9BC34-6CAD-4E17-8206-EE59D63A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7150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372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Пондерирање научено за конкретното прашање</a:t>
            </a:r>
          </a:p>
        </p:txBody>
      </p:sp>
    </p:spTree>
    <p:extLst>
      <p:ext uri="{BB962C8B-B14F-4D97-AF65-F5344CB8AC3E}">
        <p14:creationId xmlns:p14="http://schemas.microsoft.com/office/powerpoint/2010/main" val="16362579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4E6479-A9BF-4FCE-8916-0BDAE0956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28625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R-GCN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66F7A3-DEAC-4A16-8B6A-A1E57A19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8625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HGT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28DB78-1E9A-4469-80BF-4955EFC22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3875"/>
            <a:ext cx="19050" cy="5572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FD678F-3C16-4C6E-AA2A-C814AC58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9622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D9794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F0F11-6636-4246-ADDE-10CD3F38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19716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9C0F6A-A1CC-4D69-8886-A6372A9B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71725"/>
            <a:ext cx="704850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Wᵣ₁</a:t>
            </a:r>
          </a:p>
        </p:txBody>
      </p:sp>
      <p:cxnSp>
        <p:nvCxnSpPr>
          <p:cNvPr id="42" name=""/>
          <p:cNvCxnSpPr>
            <a:stCxn xmlns:a="http://schemas.openxmlformats.org/drawingml/2006/main" id="5" idx="6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076450" y="2143125"/>
            <a:ext cx="116205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F86C6"/>
            </a:solidFill>
            <a:prstDash val="solid"/>
            <a:tailEnd type="triangle" w="sm" len="sm"/>
          </a:ln>
        </p:spPr>
      </p:cxnSp>
      <p:cxnSp>
        <p:nvCxnSpPr>
          <p:cNvPr id="43" name=""/>
          <p:cNvCxnSpPr>
            <a:stCxn xmlns:a="http://schemas.openxmlformats.org/drawingml/2006/main" id="6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943350" y="2571750"/>
            <a:ext cx="514630" cy="45748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F86C6"/>
            </a:solidFill>
            <a:prstDash val="solid"/>
            <a:tailEnd type="triangle" w="sm" len="sm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540927-DE74-4AB5-A491-638222E3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335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r₁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BD63AD-91C7-4F86-9832-0C4CE0415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2575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95F97D-765F-4DAC-A804-5B493602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152775"/>
            <a:ext cx="704850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5A23C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Wᵣ₂</a:t>
            </a:r>
          </a:p>
        </p:txBody>
      </p:sp>
      <p:cxnSp>
        <p:nvCxnSpPr>
          <p:cNvPr id="47" name=""/>
          <p:cNvCxnSpPr>
            <a:stCxn xmlns:a="http://schemas.openxmlformats.org/drawingml/2006/main" id="10" idx="6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1885950" y="3352800"/>
            <a:ext cx="1352550" cy="762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E5A23C"/>
            </a:solidFill>
            <a:prstDash val="solid"/>
            <a:tailEnd type="triangle" w="sm" len="sm"/>
          </a:ln>
        </p:spPr>
      </p:cxnSp>
      <p:cxnSp>
        <p:nvCxnSpPr>
          <p:cNvPr id="48" name=""/>
          <p:cNvCxnSpPr>
            <a:stCxn xmlns:a="http://schemas.openxmlformats.org/drawingml/2006/main" id="11" idx="3"/>
            <a:endCxn xmlns:a="http://schemas.openxmlformats.org/drawingml/2006/main" id="4" idx="2"/>
          </p:cNvCxnSpPr>
          <p:nvPr/>
        </p:nvCxnSpPr>
        <p:spPr>
          <a:xfrm xmlns:a="http://schemas.openxmlformats.org/drawingml/2006/main" flipV="1">
            <a:off x="3943350" y="3190875"/>
            <a:ext cx="447675" cy="1619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E5A23C"/>
            </a:solidFill>
            <a:prstDash val="solid"/>
            <a:tailEnd type="triangle" w="sm" len="sm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8F6B38-B048-4ADD-ABF3-BC270CB54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2194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r₂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28AD64-14DB-41F8-9537-2619F162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448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4F344F-E029-48FC-83BD-F27050D2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933825"/>
            <a:ext cx="704850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98D84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Wᵣ₃</a:t>
            </a:r>
          </a:p>
        </p:txBody>
      </p:sp>
      <p:cxnSp>
        <p:nvCxnSpPr>
          <p:cNvPr id="52" name=""/>
          <p:cNvCxnSpPr>
            <a:stCxn xmlns:a="http://schemas.openxmlformats.org/drawingml/2006/main" id="15" idx="7"/>
            <a:endCxn xmlns:a="http://schemas.openxmlformats.org/drawingml/2006/main" id="16" idx="1"/>
          </p:cNvCxnSpPr>
          <p:nvPr/>
        </p:nvCxnSpPr>
        <p:spPr>
          <a:xfrm xmlns:a="http://schemas.openxmlformats.org/drawingml/2006/main" flipV="1">
            <a:off x="2692983" y="4133850"/>
            <a:ext cx="545517" cy="364542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53" name=""/>
          <p:cNvCxnSpPr>
            <a:stCxn xmlns:a="http://schemas.openxmlformats.org/drawingml/2006/main" id="16" idx="3"/>
            <a:endCxn xmlns:a="http://schemas.openxmlformats.org/drawingml/2006/main" id="4" idx="3"/>
          </p:cNvCxnSpPr>
          <p:nvPr/>
        </p:nvCxnSpPr>
        <p:spPr>
          <a:xfrm xmlns:a="http://schemas.openxmlformats.org/drawingml/2006/main" flipV="1">
            <a:off x="3943350" y="3352520"/>
            <a:ext cx="514630" cy="78133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98D84"/>
            </a:solidFill>
            <a:prstDash val="solid"/>
            <a:tailEnd type="triangle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BE9FF5-0CB9-4E89-9D59-4EFC565E7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4100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r₃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410CF0-3778-48B6-AAB6-815BB160D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9622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8064A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B59853-9028-4693-A669-C7E182F3A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924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cxnSp>
        <p:nvCxnSpPr>
          <p:cNvPr id="57" name=""/>
          <p:cNvCxnSpPr>
            <a:stCxn xmlns:a="http://schemas.openxmlformats.org/drawingml/2006/main" id="21" idx="6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7600950" y="2095500"/>
            <a:ext cx="2095780" cy="933730"/>
          </a:xfrm>
          <a:prstGeom xmlns:a="http://schemas.openxmlformats.org/drawingml/2006/main" prst="straightConnector1">
            <a:avLst/>
          </a:prstGeom>
          <a:ln xmlns:a="http://schemas.openxmlformats.org/drawingml/2006/main" w="52388">
            <a:solidFill>
              <a:srgbClr val="4F86C6"/>
            </a:solidFill>
            <a:prstDash val="solid"/>
            <a:tailEnd type="triangle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0E8BD6-B961-40DB-BD7D-445ECE40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8859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r₁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D5E304-622D-4955-B94F-7D152F6F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2488" y="2309813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α₁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A81688-8D19-405C-BA74-174C275B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305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cxnSp>
        <p:nvCxnSpPr>
          <p:cNvPr id="61" name=""/>
          <p:cNvCxnSpPr>
            <a:stCxn xmlns:a="http://schemas.openxmlformats.org/drawingml/2006/main" id="25" idx="6"/>
            <a:endCxn xmlns:a="http://schemas.openxmlformats.org/drawingml/2006/main" id="20" idx="2"/>
          </p:cNvCxnSpPr>
          <p:nvPr/>
        </p:nvCxnSpPr>
        <p:spPr>
          <a:xfrm xmlns:a="http://schemas.openxmlformats.org/drawingml/2006/main" flipV="1">
            <a:off x="7410450" y="3190875"/>
            <a:ext cx="2219325" cy="285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5A23C"/>
            </a:solidFill>
            <a:prstDash val="solid"/>
            <a:tailEnd type="triangle" w="sm" len="sm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CA31C9-E84E-46D2-BE59-ED16BB33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2670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r₂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130EF7-6D6B-4E19-92BA-91AF4CF2F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300037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α₂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29348D-4B3A-407A-9061-99144143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448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cxnSp>
        <p:nvCxnSpPr>
          <p:cNvPr id="65" name=""/>
          <p:cNvCxnSpPr>
            <a:stCxn xmlns:a="http://schemas.openxmlformats.org/drawingml/2006/main" id="29" idx="7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V="1">
            <a:off x="8265108" y="3352520"/>
            <a:ext cx="1431622" cy="1145872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98D84"/>
            </a:solidFill>
            <a:prstDash val="solid"/>
            <a:tailEnd type="triangle" w="sm" len="sm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E4D23E-FD7B-46A2-AAB6-93ECD904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4100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r₃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A6A955-DB83-456D-85F7-FDB2D4CD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57187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α₃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292079-8427-4047-A3FF-E2F22544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143500"/>
            <a:ext cx="2381250" cy="428625"/>
          </a:xfrm>
          <a:prstGeom xmlns:a="http://schemas.openxmlformats.org/drawingml/2006/main" prst="roundRect">
            <a:avLst>
              <a:gd name="adj" fmla="val 31111"/>
            </a:avLst>
          </a:prstGeom>
          <a:solidFill xmlns:a="http://schemas.openxmlformats.org/drawingml/2006/main">
            <a:srgbClr val="F1ECF7"/>
          </a:solidFill>
          <a:ln xmlns:a="http://schemas.openxmlformats.org/drawingml/2006/main" w="19050">
            <a:solidFill>
              <a:srgbClr val="8064A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multi-head attention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9C8AD4-8823-4322-B78D-CE57C280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1025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816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Трансформација според типот на релацијата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304B3A1-64DC-4F5C-B3F8-31F2823B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810250"/>
            <a:ext cx="4429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877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Релациски зависна тежина на вниманието</a:t>
            </a:r>
          </a:p>
        </p:txBody>
      </p:sp>
    </p:spTree>
    <p:extLst>
      <p:ext uri="{BB962C8B-B14F-4D97-AF65-F5344CB8AC3E}">
        <p14:creationId xmlns:p14="http://schemas.microsoft.com/office/powerpoint/2010/main" val="1373253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0D39DB-87DD-472E-B714-400DE0BB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1571625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Прашање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C5774E-A56E-428B-A64B-434DF2A4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952500"/>
            <a:ext cx="2095500" cy="100012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1ECF7"/>
          </a:solidFill>
          <a:ln xmlns:a="http://schemas.openxmlformats.org/drawingml/2006/main" w="19050">
            <a:solidFill>
              <a:srgbClr val="8064A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Инструкции</a:t>
            </a:r>
          </a:p>
          <a:p xmlns:a="http://schemas.openxmlformats.org/drawingml/2006/main">
            <a:pPr algn="ctr">
              <a:defRPr sz="1725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i₁   i₂   i₃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FD6502-67F0-40CC-874D-245DE2515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714625"/>
            <a:ext cx="2095500" cy="100012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BEDE5"/>
          </a:solidFill>
          <a:ln xmlns:a="http://schemas.openxmlformats.org/drawingml/2006/main" w="19050">
            <a:solidFill>
              <a:srgbClr val="D9794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Расудување</a:t>
            </a:r>
          </a:p>
          <a:p xmlns:a="http://schemas.openxmlformats.org/drawingml/2006/main">
            <a:pPr algn="ctr">
              <a:defRPr sz="1725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над графот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F18809-F5E5-4691-BECA-E7F1F0B25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29125"/>
            <a:ext cx="20002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398D84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Собрана</a:t>
            </a:r>
          </a:p>
          <a:p xmlns:a="http://schemas.openxmlformats.org/drawingml/2006/main">
            <a:pPr algn="ctr">
              <a:defRPr sz="16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информација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D3B099-D6E7-4377-99C5-2CBDEC84B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143000"/>
            <a:ext cx="2095500" cy="100012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1ECF7"/>
          </a:solidFill>
          <a:ln xmlns:a="http://schemas.openxmlformats.org/drawingml/2006/main" w="19050">
            <a:solidFill>
              <a:srgbClr val="8064A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Ревизија на</a:t>
            </a:r>
          </a:p>
          <a:p xmlns:a="http://schemas.openxmlformats.org/drawingml/2006/main">
            <a:pPr algn="ctr">
              <a:defRPr sz="165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инструкциите</a:t>
            </a:r>
          </a:p>
        </p:txBody>
      </p:sp>
      <p:cxnSp>
        <p:nvCxnSpPr>
          <p:cNvPr id="25" name=""/>
          <p:cNvCxnSpPr>
            <a:stCxn xmlns:a="http://schemas.openxmlformats.org/drawingml/2006/main" id="1" idx="3"/>
            <a:endCxn xmlns:a="http://schemas.openxmlformats.org/drawingml/2006/main" id="2" idx="1"/>
          </p:cNvCxnSpPr>
          <p:nvPr/>
        </p:nvCxnSpPr>
        <p:spPr>
          <a:xfrm xmlns:a="http://schemas.openxmlformats.org/drawingml/2006/main" flipV="1">
            <a:off x="2238375" y="1452563"/>
            <a:ext cx="809625" cy="1500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4F86C6"/>
            </a:solidFill>
            <a:prstDash val="solid"/>
            <a:tail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2" idx="2"/>
            <a:endCxn xmlns:a="http://schemas.openxmlformats.org/drawingml/2006/main" id="3" idx="0"/>
          </p:cNvCxnSpPr>
          <p:nvPr/>
        </p:nvCxnSpPr>
        <p:spPr>
          <a:xfrm xmlns:a="http://schemas.openxmlformats.org/drawingml/2006/main">
            <a:off x="4095750" y="1952625"/>
            <a:ext cx="2047875" cy="7620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8575">
            <a:solidFill>
              <a:srgbClr val="8064A2"/>
            </a:solidFill>
            <a:prstDash val="solid"/>
            <a:tail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7191375" y="3214688"/>
            <a:ext cx="619125" cy="16906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D97942"/>
            </a:solidFill>
            <a:prstDash val="solid"/>
            <a:tail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4" idx="0"/>
            <a:endCxn xmlns:a="http://schemas.openxmlformats.org/drawingml/2006/main" id="5" idx="2"/>
          </p:cNvCxnSpPr>
          <p:nvPr/>
        </p:nvCxnSpPr>
        <p:spPr>
          <a:xfrm xmlns:a="http://schemas.openxmlformats.org/drawingml/2006/main" flipV="1">
            <a:off x="8810625" y="2143125"/>
            <a:ext cx="1666875" cy="22860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8575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29" name=""/>
          <p:cNvCxnSpPr>
            <a:stCxn xmlns:a="http://schemas.openxmlformats.org/drawingml/2006/main" id="5" idx="1"/>
            <a:endCxn xmlns:a="http://schemas.openxmlformats.org/drawingml/2006/main" id="2" idx="3"/>
          </p:cNvCxnSpPr>
          <p:nvPr/>
        </p:nvCxnSpPr>
        <p:spPr>
          <a:xfrm xmlns:a="http://schemas.openxmlformats.org/drawingml/2006/main" flipH="1" flipV="1">
            <a:off x="5143500" y="1452563"/>
            <a:ext cx="4286250" cy="1905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8064A2"/>
            </a:solidFill>
            <a:prstDash val="solid"/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C88E1C-0812-49B9-824E-52CA0853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762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A9EEA7-97B1-4868-9A77-0BE088D0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0673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D4D756-0DAF-451F-8C94-9262E6C6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196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CB396A-B7D6-4169-964B-04267D998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4533900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cxnSp>
        <p:nvCxnSpPr>
          <p:cNvPr id="34" name=""/>
          <p:cNvCxnSpPr>
            <a:stCxn xmlns:a="http://schemas.openxmlformats.org/drawingml/2006/main" id="11" idx="6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715000" y="4905375"/>
            <a:ext cx="531568" cy="198193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63746"/>
            </a:solidFill>
            <a:prstDash val="solid"/>
            <a:tailEnd type="triangle" w="sm" len="sm"/>
          </a:ln>
        </p:spPr>
      </p:cxnSp>
      <p:cxnSp>
        <p:nvCxnSpPr>
          <p:cNvPr id="35" name=""/>
          <p:cNvCxnSpPr>
            <a:stCxn xmlns:a="http://schemas.openxmlformats.org/drawingml/2006/main" id="12" idx="7"/>
            <a:endCxn xmlns:a="http://schemas.openxmlformats.org/drawingml/2006/main" id="13" idx="3"/>
          </p:cNvCxnSpPr>
          <p:nvPr/>
        </p:nvCxnSpPr>
        <p:spPr>
          <a:xfrm xmlns:a="http://schemas.openxmlformats.org/drawingml/2006/main" flipV="1">
            <a:off x="6421682" y="4863528"/>
            <a:ext cx="573415" cy="24004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63746"/>
            </a:solidFill>
            <a:prstDash val="solid"/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3FF246-B2DB-4607-BA0B-3F274982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48125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итерација  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A11C37-B554-4FC0-A102-8D85C0C1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95300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следна итерација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E74A08-C51B-4F19-BA13-FFD78D11D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048375"/>
            <a:ext cx="790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7481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Инструкциите се менуваат според информацијата откриена во графот</a:t>
            </a:r>
          </a:p>
        </p:txBody>
      </p:sp>
    </p:spTree>
    <p:extLst>
      <p:ext uri="{BB962C8B-B14F-4D97-AF65-F5344CB8AC3E}">
        <p14:creationId xmlns:p14="http://schemas.microsoft.com/office/powerpoint/2010/main" val="11489718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3383F7-1E5F-4135-8CAA-7488C999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387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l = 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C013F5-D2AF-4833-9998-AC20815D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52387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l =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A09721-005D-43EB-9279-BCF842AE8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2387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l =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D2BAD6-6203-496B-9B13-A545654AE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2387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Оценки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B9102-4BE4-440F-8530-FFD92D5B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000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85EAC2-E308-441F-B8C7-7318AE07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43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почетен ентитет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182FD0-D264-4373-8FDE-6F7E24E45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619250"/>
            <a:ext cx="1047750" cy="57150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5449DA-EC7C-436A-8085-1045B6024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F86C6"/>
                </a:solidFill>
                <a:latin typeface="Arial"/>
                <a:ea typeface="Arial"/>
                <a:cs typeface="Arial"/>
              </a:rPr>
              <a:t>иницијализација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8CBE7B-69DF-4FFD-9700-46A302540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669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921A17-D596-42A3-936C-D364F067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067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581143-CF7D-435B-ABC3-E260F985F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43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8DB47C-C508-4F37-90D3-9D9CA0DF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05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EBD13A-6069-4C1D-BB0C-4E9C4BBD3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238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AE6261-00B2-42D4-8F7E-91360001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52650"/>
            <a:ext cx="647700" cy="6477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386C29-B68C-46FC-854D-80C5F967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7813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E9B69"/>
                </a:solidFill>
                <a:latin typeface="Arial"/>
                <a:ea typeface="Arial"/>
                <a:cs typeface="Arial"/>
              </a:rPr>
              <a:t>точен одговор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CE03CE-AAD6-4FC1-A8FF-770510FC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42576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F3A48E-E38F-4997-9AF7-B58841E8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625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E5A23C"/>
                </a:solidFill>
                <a:latin typeface="Arial"/>
                <a:ea typeface="Arial"/>
                <a:cs typeface="Arial"/>
              </a:rPr>
              <a:t>друг кандидат</a:t>
            </a:r>
          </a:p>
        </p:txBody>
      </p:sp>
      <p:cxnSp>
        <p:nvCxnSpPr>
          <p:cNvPr id="48" name=""/>
          <p:cNvCxnSpPr>
            <a:stCxn xmlns:a="http://schemas.openxmlformats.org/drawingml/2006/main" id="5" idx="6"/>
            <a:endCxn xmlns:a="http://schemas.openxmlformats.org/drawingml/2006/main" id="9" idx="2"/>
          </p:cNvCxnSpPr>
          <p:nvPr/>
        </p:nvCxnSpPr>
        <p:spPr>
          <a:xfrm xmlns:a="http://schemas.openxmlformats.org/drawingml/2006/main" flipV="1">
            <a:off x="1666875" y="2238375"/>
            <a:ext cx="2257425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9" idx="6"/>
            <a:endCxn xmlns:a="http://schemas.openxmlformats.org/drawingml/2006/main" id="11" idx="2"/>
          </p:cNvCxnSpPr>
          <p:nvPr/>
        </p:nvCxnSpPr>
        <p:spPr>
          <a:xfrm xmlns:a="http://schemas.openxmlformats.org/drawingml/2006/main">
            <a:off x="4267200" y="2238375"/>
            <a:ext cx="2324100" cy="47625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11" idx="6"/>
            <a:endCxn xmlns:a="http://schemas.openxmlformats.org/drawingml/2006/main" id="13" idx="2"/>
          </p:cNvCxnSpPr>
          <p:nvPr/>
        </p:nvCxnSpPr>
        <p:spPr>
          <a:xfrm xmlns:a="http://schemas.openxmlformats.org/drawingml/2006/main" flipV="1">
            <a:off x="6934200" y="2476500"/>
            <a:ext cx="2257425" cy="238125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51" name=""/>
          <p:cNvCxnSpPr>
            <a:stCxn xmlns:a="http://schemas.openxmlformats.org/drawingml/2006/main" id="5" idx="6"/>
            <a:endCxn xmlns:a="http://schemas.openxmlformats.org/drawingml/2006/main" id="10" idx="2"/>
          </p:cNvCxnSpPr>
          <p:nvPr/>
        </p:nvCxnSpPr>
        <p:spPr>
          <a:xfrm xmlns:a="http://schemas.openxmlformats.org/drawingml/2006/main">
            <a:off x="1666875" y="3238500"/>
            <a:ext cx="2257425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DE3E8"/>
            </a:solidFill>
            <a:prstDash val="solid"/>
            <a:tailEnd type="triangle" w="sm" len="sm"/>
          </a:ln>
        </p:spPr>
      </p:cxnSp>
      <p:cxnSp>
        <p:nvCxnSpPr>
          <p:cNvPr id="52" name=""/>
          <p:cNvCxnSpPr>
            <a:stCxn xmlns:a="http://schemas.openxmlformats.org/drawingml/2006/main" id="10" idx="6"/>
            <a:endCxn xmlns:a="http://schemas.openxmlformats.org/drawingml/2006/main" id="12" idx="2"/>
          </p:cNvCxnSpPr>
          <p:nvPr/>
        </p:nvCxnSpPr>
        <p:spPr>
          <a:xfrm xmlns:a="http://schemas.openxmlformats.org/drawingml/2006/main">
            <a:off x="4267200" y="4238625"/>
            <a:ext cx="2324100" cy="238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DE3E8"/>
            </a:solidFill>
            <a:prstDash val="solid"/>
            <a:tailEnd type="triangle" w="sm" len="sm"/>
          </a:ln>
        </p:spPr>
      </p:cxnSp>
      <p:cxnSp>
        <p:nvCxnSpPr>
          <p:cNvPr id="53" name=""/>
          <p:cNvCxnSpPr>
            <a:stCxn xmlns:a="http://schemas.openxmlformats.org/drawingml/2006/main" id="12" idx="6"/>
            <a:endCxn xmlns:a="http://schemas.openxmlformats.org/drawingml/2006/main" id="16" idx="2"/>
          </p:cNvCxnSpPr>
          <p:nvPr/>
        </p:nvCxnSpPr>
        <p:spPr>
          <a:xfrm xmlns:a="http://schemas.openxmlformats.org/drawingml/2006/main">
            <a:off x="6934200" y="4476750"/>
            <a:ext cx="22764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DE3E8"/>
            </a:solidFill>
            <a:prstDash val="solid"/>
            <a:tailEnd type="triangle" w="sm" len="sm"/>
          </a:ln>
        </p:spPr>
      </p:cxnSp>
      <p:cxnSp>
        <p:nvCxnSpPr>
          <p:cNvPr id="54" name=""/>
          <p:cNvCxnSpPr>
            <a:stCxn xmlns:a="http://schemas.openxmlformats.org/drawingml/2006/main" id="9" idx="5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216983" y="2359608"/>
            <a:ext cx="2424533" cy="1995908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A9B4BE"/>
            </a:solidFill>
            <a:prstDash val="dash"/>
            <a:tailEnd type="triangle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92A2F9-1B87-4BFE-8809-975DCBDD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1431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wᵣ₁(q)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2DF238-0F4A-4538-93FA-2E4971D6D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9526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wᵣ₂(q)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838DA9-C5B0-4A6A-B7A0-D7D3E8E4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809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wᵣ₃(q)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D23270-EF74-4CDC-B803-7B3F2CC85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190750"/>
            <a:ext cx="1238250" cy="476250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AF6EE"/>
          </a:solidFill>
          <a:ln xmlns:a="http://schemas.openxmlformats.org/drawingml/2006/main" w="19050">
            <a:solidFill>
              <a:srgbClr val="4E9B69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4E9B69"/>
                </a:solidFill>
                <a:latin typeface="Arial"/>
                <a:ea typeface="Arial"/>
                <a:cs typeface="Arial"/>
              </a:rPr>
              <a:t>висока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67914D-7261-4474-8120-440BE96D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191000"/>
            <a:ext cx="1238250" cy="476250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19050">
            <a:solidFill>
              <a:srgbClr val="A9B4BE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ниска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92E244-58F4-4526-9080-774D540F9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953125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Патеките и релациите се условени од прашањето</a:t>
            </a:r>
          </a:p>
        </p:txBody>
      </p:sp>
    </p:spTree>
    <p:extLst>
      <p:ext uri="{BB962C8B-B14F-4D97-AF65-F5344CB8AC3E}">
        <p14:creationId xmlns:p14="http://schemas.microsoft.com/office/powerpoint/2010/main" val="11696757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E585299-F908-47D6-9BCD-355C0194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72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Унија на најкратки патеки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E2E0B8-7B08-4978-957D-71A9B908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72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PCST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4ABC10-0198-466D-BC27-8A763BC3C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3875"/>
            <a:ext cx="19050" cy="5572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B5F034-5331-4483-9D23-05326209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219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031EB5-A719-493C-B94C-721BE479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3666ED-DE98-4237-957F-A6CDA90C7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9813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AF9DF8-6A72-4861-BA13-5A28A4E2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1790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5887D2-27DF-4D43-9681-FDAC661E3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8860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ED0AA8-2069-4758-AABB-C741C151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800350"/>
            <a:ext cx="495300" cy="4953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E26FCE-3236-43C9-8F97-36AA3788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57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1BE33D-AEDA-44AF-A85D-CF46CAE00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600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cxnSp>
        <p:nvCxnSpPr>
          <p:cNvPr id="51" name=""/>
          <p:cNvCxnSpPr>
            <a:stCxn xmlns:a="http://schemas.openxmlformats.org/drawingml/2006/main" id="4" idx="7"/>
            <a:endCxn xmlns:a="http://schemas.openxmlformats.org/drawingml/2006/main" id="5" idx="3"/>
          </p:cNvCxnSpPr>
          <p:nvPr/>
        </p:nvCxnSpPr>
        <p:spPr>
          <a:xfrm xmlns:a="http://schemas.openxmlformats.org/drawingml/2006/main" flipV="1">
            <a:off x="876498" y="2352873"/>
            <a:ext cx="866378" cy="914003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2" name=""/>
          <p:cNvCxnSpPr>
            <a:stCxn xmlns:a="http://schemas.openxmlformats.org/drawingml/2006/main" id="5" idx="5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1971873" y="2352873"/>
            <a:ext cx="866378" cy="67587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3" name=""/>
          <p:cNvCxnSpPr>
            <a:stCxn xmlns:a="http://schemas.openxmlformats.org/drawingml/2006/main" id="6" idx="7"/>
            <a:endCxn xmlns:a="http://schemas.openxmlformats.org/drawingml/2006/main" id="7" idx="3"/>
          </p:cNvCxnSpPr>
          <p:nvPr/>
        </p:nvCxnSpPr>
        <p:spPr>
          <a:xfrm xmlns:a="http://schemas.openxmlformats.org/drawingml/2006/main" flipV="1">
            <a:off x="3067248" y="2067123"/>
            <a:ext cx="914003" cy="96162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4" name=""/>
          <p:cNvCxnSpPr>
            <a:stCxn xmlns:a="http://schemas.openxmlformats.org/drawingml/2006/main" id="7" idx="5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4210248" y="2067123"/>
            <a:ext cx="818753" cy="86637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5" name=""/>
          <p:cNvCxnSpPr>
            <a:stCxn xmlns:a="http://schemas.openxmlformats.org/drawingml/2006/main" id="6" idx="5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067248" y="3257748"/>
            <a:ext cx="675878" cy="124737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6" name=""/>
          <p:cNvCxnSpPr>
            <a:stCxn xmlns:a="http://schemas.openxmlformats.org/drawingml/2006/main" id="10" idx="2"/>
            <a:endCxn xmlns:a="http://schemas.openxmlformats.org/drawingml/2006/main" id="11" idx="6"/>
          </p:cNvCxnSpPr>
          <p:nvPr/>
        </p:nvCxnSpPr>
        <p:spPr>
          <a:xfrm xmlns:a="http://schemas.openxmlformats.org/drawingml/2006/main" flipH="1">
            <a:off x="2019300" y="4619625"/>
            <a:ext cx="167640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7" name=""/>
          <p:cNvCxnSpPr>
            <a:stCxn xmlns:a="http://schemas.openxmlformats.org/drawingml/2006/main" id="11" idx="1"/>
            <a:endCxn xmlns:a="http://schemas.openxmlformats.org/drawingml/2006/main" id="4" idx="5"/>
          </p:cNvCxnSpPr>
          <p:nvPr/>
        </p:nvCxnSpPr>
        <p:spPr>
          <a:xfrm xmlns:a="http://schemas.openxmlformats.org/drawingml/2006/main" flipH="1" flipV="1">
            <a:off x="876498" y="3495873"/>
            <a:ext cx="866378" cy="115212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8" name=""/>
          <p:cNvCxnSpPr>
            <a:stCxn xmlns:a="http://schemas.openxmlformats.org/drawingml/2006/main" id="5" idx="4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1857375" y="2400300"/>
            <a:ext cx="0" cy="2200275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0DAFF8-3F09-4888-8D8A-D70B3C7E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19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D39E94-7E90-41C0-9779-9FFF2FA1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70BFE3-E3C8-4FF3-A521-52D37990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9813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AEA74E-8500-4D4F-8FDC-0C4C00F8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790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2DFCCF-5361-4D7F-B66E-A3B13D556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8860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711168-6A75-4407-B846-FE1912EE9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9475" y="2800350"/>
            <a:ext cx="495300" cy="4953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A71AE1-42F7-4F75-93E1-1CA47D4A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4457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2074C6-492B-49A1-B2E6-BF5C1991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4600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cxnSp>
        <p:nvCxnSpPr>
          <p:cNvPr id="67" name=""/>
          <p:cNvCxnSpPr>
            <a:stCxn xmlns:a="http://schemas.openxmlformats.org/drawingml/2006/main" id="20" idx="7"/>
            <a:endCxn xmlns:a="http://schemas.openxmlformats.org/drawingml/2006/main" id="21" idx="3"/>
          </p:cNvCxnSpPr>
          <p:nvPr/>
        </p:nvCxnSpPr>
        <p:spPr>
          <a:xfrm xmlns:a="http://schemas.openxmlformats.org/drawingml/2006/main" flipV="1">
            <a:off x="7020123" y="2352873"/>
            <a:ext cx="866378" cy="914003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68" name=""/>
          <p:cNvCxnSpPr>
            <a:stCxn xmlns:a="http://schemas.openxmlformats.org/drawingml/2006/main" id="21" idx="5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8115498" y="2352873"/>
            <a:ext cx="866378" cy="67587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69" name=""/>
          <p:cNvCxnSpPr>
            <a:stCxn xmlns:a="http://schemas.openxmlformats.org/drawingml/2006/main" id="22" idx="7"/>
            <a:endCxn xmlns:a="http://schemas.openxmlformats.org/drawingml/2006/main" id="23" idx="3"/>
          </p:cNvCxnSpPr>
          <p:nvPr/>
        </p:nvCxnSpPr>
        <p:spPr>
          <a:xfrm xmlns:a="http://schemas.openxmlformats.org/drawingml/2006/main" flipV="1">
            <a:off x="9210873" y="2067123"/>
            <a:ext cx="914003" cy="96162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70" name=""/>
          <p:cNvCxnSpPr>
            <a:stCxn xmlns:a="http://schemas.openxmlformats.org/drawingml/2006/main" id="23" idx="5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10353873" y="2067123"/>
            <a:ext cx="818753" cy="86637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71" name=""/>
          <p:cNvCxnSpPr>
            <a:stCxn xmlns:a="http://schemas.openxmlformats.org/drawingml/2006/main" id="22" idx="5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9210873" y="3257748"/>
            <a:ext cx="675878" cy="1247378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cxnSp>
        <p:nvCxnSpPr>
          <p:cNvPr id="72" name=""/>
          <p:cNvCxnSpPr>
            <a:stCxn xmlns:a="http://schemas.openxmlformats.org/drawingml/2006/main" id="26" idx="2"/>
            <a:endCxn xmlns:a="http://schemas.openxmlformats.org/drawingml/2006/main" id="27" idx="6"/>
          </p:cNvCxnSpPr>
          <p:nvPr/>
        </p:nvCxnSpPr>
        <p:spPr>
          <a:xfrm xmlns:a="http://schemas.openxmlformats.org/drawingml/2006/main" flipH="1">
            <a:off x="8162925" y="4619625"/>
            <a:ext cx="167640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cxnSp>
        <p:nvCxnSpPr>
          <p:cNvPr id="73" name=""/>
          <p:cNvCxnSpPr>
            <a:stCxn xmlns:a="http://schemas.openxmlformats.org/drawingml/2006/main" id="27" idx="1"/>
            <a:endCxn xmlns:a="http://schemas.openxmlformats.org/drawingml/2006/main" id="20" idx="5"/>
          </p:cNvCxnSpPr>
          <p:nvPr/>
        </p:nvCxnSpPr>
        <p:spPr>
          <a:xfrm xmlns:a="http://schemas.openxmlformats.org/drawingml/2006/main" flipH="1" flipV="1">
            <a:off x="7020123" y="3495873"/>
            <a:ext cx="866378" cy="1152128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cxnSp>
        <p:nvCxnSpPr>
          <p:cNvPr id="74" name=""/>
          <p:cNvCxnSpPr>
            <a:stCxn xmlns:a="http://schemas.openxmlformats.org/drawingml/2006/main" id="21" idx="4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8001000" y="2400300"/>
            <a:ext cx="0" cy="22002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0F80E02-559A-4D71-954A-95750FB8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7687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591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Се задржува патека до секој достижен кандидат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1262CF-73A7-45B5-AD91-663C7F25A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81625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Наградите на јазлите се споредуваат со трошоците на рабовите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5534516-F8C3-4797-AF1C-D872F12E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143625"/>
            <a:ext cx="2190750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повеќе тројки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824952F-5C0F-403A-957C-31BCE6295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143625"/>
            <a:ext cx="2524125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398D84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компактен подграф</a:t>
            </a:r>
          </a:p>
        </p:txBody>
      </p:sp>
    </p:spTree>
    <p:extLst>
      <p:ext uri="{BB962C8B-B14F-4D97-AF65-F5344CB8AC3E}">
        <p14:creationId xmlns:p14="http://schemas.microsoft.com/office/powerpoint/2010/main" val="206732414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4EB2949-6870-4EF6-93E5-22EADA1E2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Локален граф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CC0864-7726-4DB2-A4FA-ABA4FDAFB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5715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Пребарани</a:t>
            </a:r>
          </a:p>
          <a:p xmlns:a="http://schemas.openxmlformats.org/drawingml/2006/main">
            <a:pPr algn="ctr">
              <a:defRPr sz="180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ентитети-кандидати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21B5B1-A47C-4082-AA07-A4E5E199D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715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Доказен контекст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6EEA6E-5F15-460C-BF32-CA7CC785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715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Одговор од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C9F046-C102-4F51-9BB1-C3CFEA7F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00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AC7D3F-9DA0-457E-837A-2949D90B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600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D4BC22-6D1A-4FAC-A710-CFD7E854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600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D02D93-4EA0-44F7-BFCF-C1418CAF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1600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cxnSp>
        <p:nvCxnSpPr>
          <p:cNvPr id="49" name=""/>
          <p:cNvCxnSpPr>
            <a:stCxn xmlns:a="http://schemas.openxmlformats.org/drawingml/2006/main" id="5" idx="6"/>
            <a:endCxn xmlns:a="http://schemas.openxmlformats.org/drawingml/2006/main" id="6" idx="2"/>
          </p:cNvCxnSpPr>
          <p:nvPr/>
        </p:nvCxnSpPr>
        <p:spPr>
          <a:xfrm xmlns:a="http://schemas.openxmlformats.org/drawingml/2006/main">
            <a:off x="1619250" y="1647825"/>
            <a:ext cx="28098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9B4BE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6" idx="6"/>
            <a:endCxn xmlns:a="http://schemas.openxmlformats.org/drawingml/2006/main" id="7" idx="2"/>
          </p:cNvCxnSpPr>
          <p:nvPr/>
        </p:nvCxnSpPr>
        <p:spPr>
          <a:xfrm xmlns:a="http://schemas.openxmlformats.org/drawingml/2006/main">
            <a:off x="4524375" y="1647825"/>
            <a:ext cx="29051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9B4BE"/>
            </a:solidFill>
            <a:prstDash val="solid"/>
            <a:tailEnd type="triangle" w="sm" len="sm"/>
          </a:ln>
        </p:spPr>
      </p:cxnSp>
      <p:cxnSp>
        <p:nvCxnSpPr>
          <p:cNvPr id="51" name=""/>
          <p:cNvCxnSpPr>
            <a:stCxn xmlns:a="http://schemas.openxmlformats.org/drawingml/2006/main" id="7" idx="6"/>
            <a:endCxn xmlns:a="http://schemas.openxmlformats.org/drawingml/2006/main" id="8" idx="2"/>
          </p:cNvCxnSpPr>
          <p:nvPr/>
        </p:nvCxnSpPr>
        <p:spPr>
          <a:xfrm xmlns:a="http://schemas.openxmlformats.org/drawingml/2006/main">
            <a:off x="7524750" y="1647825"/>
            <a:ext cx="28098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9B4BE"/>
            </a:solidFill>
            <a:prstDash val="solid"/>
            <a:tailEnd type="triangle" w="sm" len="sm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03AB74-B419-4490-9324-330EE000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28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3A63BC-90F8-4678-A674-206C283E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5050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51ABD0-66E0-4EB6-850C-1310E917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933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518E8F-A4AB-471B-9ABE-CCC33BC8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5528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86DFBE-9ECC-45EA-B26B-653CD9AF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467100"/>
            <a:ext cx="400050" cy="400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AFE675-4E6A-4E6D-AC9F-E22175FE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7433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cxnSp>
        <p:nvCxnSpPr>
          <p:cNvPr id="58" name=""/>
          <p:cNvCxnSpPr>
            <a:stCxn xmlns:a="http://schemas.openxmlformats.org/drawingml/2006/main" id="12" idx="7"/>
            <a:endCxn xmlns:a="http://schemas.openxmlformats.org/drawingml/2006/main" id="13" idx="3"/>
          </p:cNvCxnSpPr>
          <p:nvPr/>
        </p:nvCxnSpPr>
        <p:spPr>
          <a:xfrm xmlns:a="http://schemas.openxmlformats.org/drawingml/2006/main" flipV="1">
            <a:off x="890447" y="2700197"/>
            <a:ext cx="457480" cy="36223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9" name=""/>
          <p:cNvCxnSpPr>
            <a:stCxn xmlns:a="http://schemas.openxmlformats.org/drawingml/2006/main" id="13" idx="5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1509572" y="2700197"/>
            <a:ext cx="505105" cy="26698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60" name=""/>
          <p:cNvCxnSpPr>
            <a:stCxn xmlns:a="http://schemas.openxmlformats.org/drawingml/2006/main" id="14" idx="5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2176322" y="3128822"/>
            <a:ext cx="266980" cy="45748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61" name=""/>
          <p:cNvCxnSpPr>
            <a:stCxn xmlns:a="http://schemas.openxmlformats.org/drawingml/2006/main" id="14" idx="3"/>
            <a:endCxn xmlns:a="http://schemas.openxmlformats.org/drawingml/2006/main" id="17" idx="7"/>
          </p:cNvCxnSpPr>
          <p:nvPr/>
        </p:nvCxnSpPr>
        <p:spPr>
          <a:xfrm xmlns:a="http://schemas.openxmlformats.org/drawingml/2006/main" flipH="1">
            <a:off x="1652447" y="3128822"/>
            <a:ext cx="362230" cy="64798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62" name=""/>
          <p:cNvCxnSpPr>
            <a:stCxn xmlns:a="http://schemas.openxmlformats.org/drawingml/2006/main" id="17" idx="1"/>
            <a:endCxn xmlns:a="http://schemas.openxmlformats.org/drawingml/2006/main" id="12" idx="5"/>
          </p:cNvCxnSpPr>
          <p:nvPr/>
        </p:nvCxnSpPr>
        <p:spPr>
          <a:xfrm xmlns:a="http://schemas.openxmlformats.org/drawingml/2006/main" flipH="1" flipV="1">
            <a:off x="890447" y="3224072"/>
            <a:ext cx="600355" cy="55273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63746"/>
            </a:solidFill>
            <a:prstDash val="solid"/>
            <a:tailEnd type="none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DE0F80-E1A7-4F1E-913F-C67436D6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3336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537B7E-C788-42C7-A49D-EA53805E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352675"/>
            <a:ext cx="1190625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FFF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4E196B-00A2-427B-9944-9B8679BF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9813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37C041-A37F-4430-B77F-6FA6618F1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895600"/>
            <a:ext cx="419100" cy="419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F87563-9631-4B45-A7F2-5306CAFE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000375"/>
            <a:ext cx="1019175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EAF6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5FF476-3FA5-4773-815F-1862D1127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6290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F5F32A-86EA-4E72-98CD-FD287718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648075"/>
            <a:ext cx="847725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FFF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755324-5FD8-491F-9D05-8EE0B3E90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004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704B868-7C84-4CD0-84B6-3233E5877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7908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143338-3642-45A6-959B-4C987A56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575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D5447F-FC68-4175-AD69-96ACCABA4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171825"/>
            <a:ext cx="419100" cy="419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cxnSp>
        <p:nvCxnSpPr>
          <p:cNvPr id="74" name=""/>
          <p:cNvCxnSpPr>
            <a:stCxn xmlns:a="http://schemas.openxmlformats.org/drawingml/2006/main" id="30" idx="7"/>
            <a:endCxn xmlns:a="http://schemas.openxmlformats.org/drawingml/2006/main" id="31" idx="3"/>
          </p:cNvCxnSpPr>
          <p:nvPr/>
        </p:nvCxnSpPr>
        <p:spPr>
          <a:xfrm xmlns:a="http://schemas.openxmlformats.org/drawingml/2006/main" flipV="1">
            <a:off x="6707432" y="2985947"/>
            <a:ext cx="688870" cy="450745"/>
          </a:xfrm>
          <a:prstGeom xmlns:a="http://schemas.openxmlformats.org/drawingml/2006/main" prst="straightConnector1">
            <a:avLst/>
          </a:prstGeom>
          <a:ln xmlns:a="http://schemas.openxmlformats.org/drawingml/2006/main" w="26670">
            <a:solidFill>
              <a:srgbClr val="263746"/>
            </a:solidFill>
            <a:prstDash val="solid"/>
            <a:tailEnd type="triangle" w="sm" len="sm"/>
          </a:ln>
        </p:spPr>
      </p:cxnSp>
      <p:cxnSp>
        <p:nvCxnSpPr>
          <p:cNvPr id="75" name=""/>
          <p:cNvCxnSpPr>
            <a:stCxn xmlns:a="http://schemas.openxmlformats.org/drawingml/2006/main" id="31" idx="5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7557947" y="2985947"/>
            <a:ext cx="688870" cy="30787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DE3E8"/>
            </a:solidFill>
            <a:prstDash val="dash"/>
            <a:tailEnd type="triangle" w="sm" len="sm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036D62-4C73-4868-B8FF-B136F5E5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8670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E4045F-CC8C-4C19-8F92-E9F81DD63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3909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вратен одговор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C2859B7-01D2-4989-8F84-986B635CD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7898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4E9B69"/>
                </a:solidFill>
                <a:latin typeface="Arial"/>
                <a:ea typeface="Arial"/>
                <a:cs typeface="Arial"/>
              </a:rPr>
              <a:t>точниот ентитет е присутен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D971506-9B14-46C8-80FE-0358AA47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7625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но не е вратен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CE84FE-87AF-4EDB-9B0F-331B1898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90550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Загубата може да настане и по пребарувањето</a:t>
            </a:r>
          </a:p>
        </p:txBody>
      </p:sp>
    </p:spTree>
    <p:extLst>
      <p:ext uri="{BB962C8B-B14F-4D97-AF65-F5344CB8AC3E}">
        <p14:creationId xmlns:p14="http://schemas.microsoft.com/office/powerpoint/2010/main" val="10976913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2026-09-08T07:55:40.8630000Z</dcterms:created>
  <dcterms:modified xsi:type="dcterms:W3CDTF">2026-09-08T07:55:40.8630000Z</dcterms:modified>
</coreProperties>
</file>