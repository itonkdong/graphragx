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717014618d4f17" /><Relationship Type="http://schemas.openxmlformats.org/officeDocument/2006/relationships/extended-properties" Target="/docProps/app.xml" Id="R018140062a864249" /><Relationship Type="http://schemas.openxmlformats.org/officeDocument/2006/relationships/officeDocument" Target="/ppt/presentation.xml" Id="R0d5a7176e20940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d375dfc0b341b0"/>
  </p:sldMasterIdLst>
  <p:notesMasterIdLst>
    <p:notesMasterId xmlns:r="http://schemas.openxmlformats.org/officeDocument/2006/relationships" r:id="Rd996617344b54215"/>
  </p:notesMasterIdLst>
  <p:sldIdLst>
    <p:sldId xmlns:r="http://schemas.openxmlformats.org/officeDocument/2006/relationships" id="256" r:id="R7dbf94485ec74cf5"/>
    <p:sldId xmlns:r="http://schemas.openxmlformats.org/officeDocument/2006/relationships" id="257" r:id="R25c19f0426c549d2"/>
    <p:sldId xmlns:r="http://schemas.openxmlformats.org/officeDocument/2006/relationships" id="258" r:id="Rdb386e6d5584495d"/>
    <p:sldId xmlns:r="http://schemas.openxmlformats.org/officeDocument/2006/relationships" id="259" r:id="R90d7745a14894937"/>
    <p:sldId xmlns:r="http://schemas.openxmlformats.org/officeDocument/2006/relationships" id="260" r:id="Rfb0c70b70509499f"/>
    <p:sldId xmlns:r="http://schemas.openxmlformats.org/officeDocument/2006/relationships" id="261" r:id="R1cccf586e3f048ec"/>
    <p:sldId xmlns:r="http://schemas.openxmlformats.org/officeDocument/2006/relationships" id="262" r:id="Re981fa971ced4884"/>
    <p:sldId xmlns:r="http://schemas.openxmlformats.org/officeDocument/2006/relationships" id="263" r:id="R874d42ce1abe42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7a053584c645f7" /><Relationship Type="http://schemas.openxmlformats.org/officeDocument/2006/relationships/slideMaster" Target="/ppt/slideMasters/slideMaster1.xml" Id="R45d375dfc0b341b0" /><Relationship Type="http://schemas.openxmlformats.org/officeDocument/2006/relationships/notesMaster" Target="/ppt/notesMasters/notesMaster1.xml" Id="Rd996617344b54215" /><Relationship Type="http://schemas.openxmlformats.org/officeDocument/2006/relationships/presProps" Target="/ppt/presProps.xml" Id="R058641b081654b9e" /><Relationship Type="http://schemas.openxmlformats.org/officeDocument/2006/relationships/tableStyles" Target="/ppt/tableStyles.xml" Id="R68806bc4d9c441ed" /><Relationship Type="http://schemas.openxmlformats.org/officeDocument/2006/relationships/slide" Target="/ppt/slides/slide1.xml" Id="R7dbf94485ec74cf5" /><Relationship Type="http://schemas.openxmlformats.org/officeDocument/2006/relationships/slide" Target="/ppt/slides/slide2.xml" Id="R25c19f0426c549d2" /><Relationship Type="http://schemas.openxmlformats.org/officeDocument/2006/relationships/slide" Target="/ppt/slides/slide3.xml" Id="Rdb386e6d5584495d" /><Relationship Type="http://schemas.openxmlformats.org/officeDocument/2006/relationships/slide" Target="/ppt/slides/slide4.xml" Id="R90d7745a14894937" /><Relationship Type="http://schemas.openxmlformats.org/officeDocument/2006/relationships/slide" Target="/ppt/slides/slide5.xml" Id="Rfb0c70b70509499f" /><Relationship Type="http://schemas.openxmlformats.org/officeDocument/2006/relationships/slide" Target="/ppt/slides/slide6.xml" Id="R1cccf586e3f048ec" /><Relationship Type="http://schemas.openxmlformats.org/officeDocument/2006/relationships/slide" Target="/ppt/slides/slide7.xml" Id="Re981fa971ced4884" /><Relationship Type="http://schemas.openxmlformats.org/officeDocument/2006/relationships/slide" Target="/ppt/slides/slide8.xml" Id="R874d42ce1abe42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40fd1347024d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8995b6f31e421f" /><Relationship Type="http://schemas.openxmlformats.org/officeDocument/2006/relationships/notesMaster" Target="/ppt/notesMasters/notesMaster1.xml" Id="R66855e9740fb4c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a0d24e18e24ce5" /><Relationship Type="http://schemas.openxmlformats.org/officeDocument/2006/relationships/notesMaster" Target="/ppt/notesMasters/notesMaster1.xml" Id="R368d7602c06746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cd1e41b62d42a6" /><Relationship Type="http://schemas.openxmlformats.org/officeDocument/2006/relationships/notesMaster" Target="/ppt/notesMasters/notesMaster1.xml" Id="R27b35adfe7434c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afe56571cf4db8" /><Relationship Type="http://schemas.openxmlformats.org/officeDocument/2006/relationships/notesMaster" Target="/ppt/notesMasters/notesMaster1.xml" Id="R67afc45d90884d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aa6eca4fa144c6" /><Relationship Type="http://schemas.openxmlformats.org/officeDocument/2006/relationships/notesMaster" Target="/ppt/notesMasters/notesMaster1.xml" Id="R408393f9007542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d8edf94bf848dd" /><Relationship Type="http://schemas.openxmlformats.org/officeDocument/2006/relationships/notesMaster" Target="/ppt/notesMasters/notesMaster1.xml" Id="R9e0bd52173e043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5b14e0445c48e7" /><Relationship Type="http://schemas.openxmlformats.org/officeDocument/2006/relationships/notesMaster" Target="/ppt/notesMasters/notesMaster1.xml" Id="Rcf8841c86b1945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49c6c8d195431e" /><Relationship Type="http://schemas.openxmlformats.org/officeDocument/2006/relationships/notesMaster" Target="/ppt/notesMasters/notesMaster1.xml" Id="R0699513e34884d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ba4f54232147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074f81e5ba45d6" /><Relationship Type="http://schemas.openxmlformats.org/officeDocument/2006/relationships/slideLayout" Target="/ppt/slideLayouts/slideLayout1.xml" Id="R17f2a59549f946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f2a59549f946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2a479e36349b8" /><Relationship Type="http://schemas.openxmlformats.org/officeDocument/2006/relationships/notesSlide" Target="/ppt/notesSlides/notesSlide1.xml" Id="Ra2e74a47b3ac4e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68f876bfa4975" /><Relationship Type="http://schemas.openxmlformats.org/officeDocument/2006/relationships/notesSlide" Target="/ppt/notesSlides/notesSlide2.xml" Id="Re86a9e4e37db4a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c70d54271464a" /><Relationship Type="http://schemas.openxmlformats.org/officeDocument/2006/relationships/notesSlide" Target="/ppt/notesSlides/notesSlide3.xml" Id="Rd52d3454c85440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59a2d7dec4019" /><Relationship Type="http://schemas.openxmlformats.org/officeDocument/2006/relationships/notesSlide" Target="/ppt/notesSlides/notesSlide4.xml" Id="Ra074e11cad9242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952ba74e849f3" /><Relationship Type="http://schemas.openxmlformats.org/officeDocument/2006/relationships/notesSlide" Target="/ppt/notesSlides/notesSlide5.xml" Id="R1d0f637af8c849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8a72400a94b04" /><Relationship Type="http://schemas.openxmlformats.org/officeDocument/2006/relationships/notesSlide" Target="/ppt/notesSlides/notesSlide6.xml" Id="Re12018f3438046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6c2835e7b4070" /><Relationship Type="http://schemas.openxmlformats.org/officeDocument/2006/relationships/notesSlide" Target="/ppt/notesSlides/notesSlide7.xml" Id="R915baaf47d6349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5ad776f994c73" /><Relationship Type="http://schemas.openxmlformats.org/officeDocument/2006/relationships/notesSlide" Target="/ppt/notesSlides/notesSlide8.xml" Id="Rd6420369f7214a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643AC4-8B77-43A5-9C66-DBBB25FC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DDE3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3C210-7817-4472-9B62-0D0B3591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38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DDE3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D717B-9559-4FEC-B12F-7584DD62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067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DD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38E213-8772-458C-99A3-A376F6E4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4352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DDE3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E0498-F863-4872-A99A-CE067BBA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495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DDE3E8"/>
            </a:solidFill>
            <a:prstDash val="solid"/>
          </a:ln>
        </p:spPr>
      </p:sp>
      <p:cxnSp>
        <p:nvCxnSpPr>
          <p:cNvPr id="34" name=""/>
          <p:cNvCxnSpPr>
            <a:stCxn xmlns:a="http://schemas.openxmlformats.org/drawingml/2006/main" id="1" idx="4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1000125" y="3790950"/>
            <a:ext cx="388693" cy="88399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DE3E8"/>
            </a:solidFill>
            <a:prstDash val="solid"/>
            <a:tailEnd type="none" w="med" len="med"/>
          </a:ln>
        </p:spPr>
      </p:cxnSp>
      <p:cxnSp>
        <p:nvCxnSpPr>
          <p:cNvPr id="35" name=""/>
          <p:cNvCxnSpPr>
            <a:stCxn xmlns:a="http://schemas.openxmlformats.org/drawingml/2006/main" id="2" idx="6"/>
            <a:endCxn xmlns:a="http://schemas.openxmlformats.org/drawingml/2006/main" id="3" idx="2"/>
          </p:cNvCxnSpPr>
          <p:nvPr/>
        </p:nvCxnSpPr>
        <p:spPr>
          <a:xfrm xmlns:a="http://schemas.openxmlformats.org/drawingml/2006/main">
            <a:off x="1600200" y="4762500"/>
            <a:ext cx="14668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DE3E8"/>
            </a:solidFill>
            <a:prstDash val="solid"/>
            <a:tailEnd type="none" w="med" len="med"/>
          </a:ln>
        </p:spPr>
      </p:cxnSp>
      <p:cxnSp>
        <p:nvCxnSpPr>
          <p:cNvPr id="36" name=""/>
          <p:cNvCxnSpPr>
            <a:stCxn xmlns:a="http://schemas.openxmlformats.org/drawingml/2006/main" id="4" idx="7"/>
            <a:endCxn xmlns:a="http://schemas.openxmlformats.org/drawingml/2006/main" id="5" idx="3"/>
          </p:cNvCxnSpPr>
          <p:nvPr/>
        </p:nvCxnSpPr>
        <p:spPr>
          <a:xfrm xmlns:a="http://schemas.openxmlformats.org/drawingml/2006/main" flipV="1">
            <a:off x="10374557" y="3707057"/>
            <a:ext cx="634510" cy="6821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DE3E8"/>
            </a:solidFill>
            <a:prstDash val="solid"/>
            <a:tailEnd type="none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44472-A9BD-4EBC-A5B6-BF756D0C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"/>
            <a:ext cx="93345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4F86C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Who did Viggo Mortensen play in The Lord of the Rings?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3DA058-4267-4234-A863-DAA66118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762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Прашање од WebQSP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01C2BA-5EF3-44B8-B27E-3CCB6BEC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9813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DA3234-723F-4EC2-981F-03578619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623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Viggo Mortensen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B93F3-67A0-44CE-A6D0-7822397B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009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D5E175-1D47-469D-90E3-C22EC79B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337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настап / улога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387E74-8D7D-4A15-BE3E-BC15181C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9813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E"/>
          </a:solidFill>
          <a:ln xmlns:a="http://schemas.openxmlformats.org/drawingml/2006/main" w="23813">
            <a:solidFill>
              <a:srgbClr val="4E9B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2B00A8-02AE-46FB-918B-5355A056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9560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E9B69"/>
            </a:solidFill>
            <a:prstDash val="dot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695F8C-5F32-43B6-9763-31E80183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6235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E9B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9B69"/>
                </a:solidFill>
                <a:latin typeface="Arial"/>
                <a:ea typeface="Arial"/>
                <a:cs typeface="Arial"/>
              </a:rPr>
              <a:t>Aragorn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F746D6-6DA9-4552-B7AD-20649D05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219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0607AF-0AF0-4FDB-9BD7-C6B44895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7054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Lord of the Rings</a:t>
            </a:r>
          </a:p>
        </p:txBody>
      </p:sp>
      <p:cxnSp>
        <p:nvCxnSpPr>
          <p:cNvPr id="48" name=""/>
          <p:cNvCxnSpPr>
            <a:stCxn xmlns:a="http://schemas.openxmlformats.org/drawingml/2006/main" id="11" idx="6"/>
            <a:endCxn xmlns:a="http://schemas.openxmlformats.org/drawingml/2006/main" id="13" idx="2"/>
          </p:cNvCxnSpPr>
          <p:nvPr/>
        </p:nvCxnSpPr>
        <p:spPr>
          <a:xfrm xmlns:a="http://schemas.openxmlformats.org/drawingml/2006/main">
            <a:off x="2638425" y="3238500"/>
            <a:ext cx="3038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63746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3" idx="6"/>
            <a:endCxn xmlns:a="http://schemas.openxmlformats.org/drawingml/2006/main" id="15" idx="2"/>
          </p:cNvCxnSpPr>
          <p:nvPr/>
        </p:nvCxnSpPr>
        <p:spPr>
          <a:xfrm xmlns:a="http://schemas.openxmlformats.org/drawingml/2006/main">
            <a:off x="6134100" y="3238500"/>
            <a:ext cx="31337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63746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3" idx="4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5905500" y="3467100"/>
            <a:ext cx="0" cy="17526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98D84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C98805-BE2C-49EB-88FE-C3207BE9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09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film.actor.film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F471F7-6C7A-46E1-8434-A4EF464F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0985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film.performance.character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6B1E3F-751E-4AAB-A954-F0054C4F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338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98D84"/>
                </a:solidFill>
                <a:latin typeface="Arial"/>
                <a:ea typeface="Arial"/>
                <a:cs typeface="Arial"/>
              </a:rPr>
              <a:t>film.performance.film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930ABE-7762-4463-BC0B-0208570C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528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86C6"/>
                </a:solidFill>
                <a:latin typeface="Arial"/>
                <a:ea typeface="Arial"/>
                <a:cs typeface="Arial"/>
              </a:rPr>
              <a:t>почетен ентитет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A4C815-192B-45A2-9075-115455BF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52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E9B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9B69"/>
                </a:solidFill>
                <a:latin typeface="Arial"/>
                <a:ea typeface="Arial"/>
                <a:cs typeface="Arial"/>
              </a:rPr>
              <a:t>точен одговор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98D28F-4003-4AB9-82A3-7395516A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2388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две последователни релации</a:t>
            </a:r>
          </a:p>
        </p:txBody>
      </p:sp>
    </p:spTree>
    <p:extLst>
      <p:ext uri="{BB962C8B-B14F-4D97-AF65-F5344CB8AC3E}">
        <p14:creationId xmlns:p14="http://schemas.microsoft.com/office/powerpoint/2010/main" val="2833615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D28F0C-B7B9-4B89-85A5-23B85EAA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48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B4BE"/>
          </a:solidFill>
          <a:ln xmlns:a="http://schemas.openxmlformats.org/drawingml/2006/main" w="0">
            <a:solidFill>
              <a:srgbClr val="A9B4B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E86FE-9118-4B95-B34E-88E23ABF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48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B4BE"/>
          </a:solidFill>
          <a:ln xmlns:a="http://schemas.openxmlformats.org/drawingml/2006/main" w="0">
            <a:solidFill>
              <a:srgbClr val="A9B4B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C9026-D536-4B86-909E-4046AD59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248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B4BE"/>
          </a:solidFill>
          <a:ln xmlns:a="http://schemas.openxmlformats.org/drawingml/2006/main" w="0">
            <a:solidFill>
              <a:srgbClr val="A9B4B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E8424E-FAE9-4E4C-82DA-27DD3424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248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B4BE"/>
          </a:solidFill>
          <a:ln xmlns:a="http://schemas.openxmlformats.org/drawingml/2006/main" w="0">
            <a:solidFill>
              <a:srgbClr val="A9B4BE"/>
            </a:solidFill>
            <a:prstDash val="solid"/>
          </a:ln>
        </p:spPr>
      </p:sp>
      <p:cxnSp>
        <p:nvCxnSpPr>
          <p:cNvPr id="46" name=""/>
          <p:cNvCxnSpPr>
            <a:stCxn xmlns:a="http://schemas.openxmlformats.org/drawingml/2006/main" id="1" idx="6"/>
            <a:endCxn xmlns:a="http://schemas.openxmlformats.org/drawingml/2006/main" id="2" idx="2"/>
          </p:cNvCxnSpPr>
          <p:nvPr/>
        </p:nvCxnSpPr>
        <p:spPr>
          <a:xfrm xmlns:a="http://schemas.openxmlformats.org/drawingml/2006/main">
            <a:off x="1638300" y="3314700"/>
            <a:ext cx="2819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9B4BE"/>
            </a:solidFill>
            <a:prstDash val="soli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2" idx="6"/>
            <a:endCxn xmlns:a="http://schemas.openxmlformats.org/drawingml/2006/main" id="3" idx="2"/>
          </p:cNvCxnSpPr>
          <p:nvPr/>
        </p:nvCxnSpPr>
        <p:spPr>
          <a:xfrm xmlns:a="http://schemas.openxmlformats.org/drawingml/2006/main">
            <a:off x="4591050" y="3314700"/>
            <a:ext cx="28670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9B4BE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3" idx="6"/>
            <a:endCxn xmlns:a="http://schemas.openxmlformats.org/drawingml/2006/main" id="4" idx="2"/>
          </p:cNvCxnSpPr>
          <p:nvPr/>
        </p:nvCxnSpPr>
        <p:spPr>
          <a:xfrm xmlns:a="http://schemas.openxmlformats.org/drawingml/2006/main">
            <a:off x="7591425" y="3314700"/>
            <a:ext cx="2819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9B4BE"/>
            </a:solidFill>
            <a:prstDash val="solid"/>
            <a:tailEnd type="triangle" w="sm" len="sm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1F70A4-8BC1-47A0-867D-1B8DD69D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09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BA640E-8330-4ED6-8893-93F30EDB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943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475F52-A702-4BD7-8B54-3E0098E2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860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006904-989C-4292-B153-CB300143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514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cxnSp>
        <p:nvCxnSpPr>
          <p:cNvPr id="53" name=""/>
          <p:cNvCxnSpPr>
            <a:stCxn xmlns:a="http://schemas.openxmlformats.org/drawingml/2006/main" id="9" idx="5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23797" y="2138222"/>
            <a:ext cx="433329" cy="319029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F86C6"/>
            </a:solidFill>
            <a:prstDash val="solid"/>
            <a:tailEnd type="none" w="med" len="med"/>
          </a:ln>
        </p:spPr>
      </p:cxnSp>
      <p:cxnSp>
        <p:nvCxnSpPr>
          <p:cNvPr id="54" name=""/>
          <p:cNvCxnSpPr>
            <a:stCxn xmlns:a="http://schemas.openxmlformats.org/drawingml/2006/main" id="10" idx="7"/>
            <a:endCxn xmlns:a="http://schemas.openxmlformats.org/drawingml/2006/main" id="8" idx="3"/>
          </p:cNvCxnSpPr>
          <p:nvPr/>
        </p:nvCxnSpPr>
        <p:spPr>
          <a:xfrm xmlns:a="http://schemas.openxmlformats.org/drawingml/2006/main" flipV="1">
            <a:off x="890447" y="2686248"/>
            <a:ext cx="566679" cy="233304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F86C6"/>
            </a:solidFill>
            <a:prstDash val="solid"/>
            <a:tailEnd type="none" w="med" len="med"/>
          </a:ln>
        </p:spPr>
      </p:cxnSp>
      <p:cxnSp>
        <p:nvCxnSpPr>
          <p:cNvPr id="55" name=""/>
          <p:cNvCxnSpPr>
            <a:stCxn xmlns:a="http://schemas.openxmlformats.org/drawingml/2006/main" id="11" idx="2"/>
            <a:endCxn xmlns:a="http://schemas.openxmlformats.org/drawingml/2006/main" id="8" idx="6"/>
          </p:cNvCxnSpPr>
          <p:nvPr/>
        </p:nvCxnSpPr>
        <p:spPr>
          <a:xfrm xmlns:a="http://schemas.openxmlformats.org/drawingml/2006/main" flipH="1" flipV="1">
            <a:off x="1733550" y="2571750"/>
            <a:ext cx="428625" cy="57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F86C6"/>
            </a:solidFill>
            <a:prstDash val="solid"/>
            <a:tailEnd type="non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39E2A6-60E2-4816-87E6-05561819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09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D979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346C81-8DD2-4286-881D-19FF2A4E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5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cxnSp>
        <p:nvCxnSpPr>
          <p:cNvPr id="58" name=""/>
          <p:cNvCxnSpPr>
            <a:stCxn xmlns:a="http://schemas.openxmlformats.org/drawingml/2006/main" id="16" idx="5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862247" y="2252522"/>
            <a:ext cx="547629" cy="204729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4F86C6"/>
            </a:solidFill>
            <a:prstDash val="solid"/>
            <a:tailEnd type="non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79CFFE-C77D-40EA-9A87-311083F5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14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E5A23C"/>
            </a:solidFill>
            <a:prstDash val="solid"/>
          </a:ln>
        </p:spPr>
      </p:sp>
      <p:cxnSp>
        <p:nvCxnSpPr>
          <p:cNvPr id="60" name=""/>
          <p:cNvCxnSpPr>
            <a:stCxn xmlns:a="http://schemas.openxmlformats.org/drawingml/2006/main" id="18" idx="7"/>
            <a:endCxn xmlns:a="http://schemas.openxmlformats.org/drawingml/2006/main" id="15" idx="3"/>
          </p:cNvCxnSpPr>
          <p:nvPr/>
        </p:nvCxnSpPr>
        <p:spPr>
          <a:xfrm xmlns:a="http://schemas.openxmlformats.org/drawingml/2006/main" flipV="1">
            <a:off x="3862247" y="2686248"/>
            <a:ext cx="547629" cy="261879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5A23C"/>
            </a:solidFill>
            <a:prstDash val="solid"/>
            <a:tailEnd type="none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A7C548-E8FA-4F23-8C0A-FC06E879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62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398D84"/>
            </a:solidFill>
            <a:prstDash val="solid"/>
          </a:ln>
        </p:spPr>
      </p:sp>
      <p:cxnSp>
        <p:nvCxnSpPr>
          <p:cNvPr id="62" name=""/>
          <p:cNvCxnSpPr>
            <a:stCxn xmlns:a="http://schemas.openxmlformats.org/drawingml/2006/main" id="20" idx="2"/>
            <a:endCxn xmlns:a="http://schemas.openxmlformats.org/drawingml/2006/main" id="15" idx="6"/>
          </p:cNvCxnSpPr>
          <p:nvPr/>
        </p:nvCxnSpPr>
        <p:spPr>
          <a:xfrm xmlns:a="http://schemas.openxmlformats.org/drawingml/2006/main" flipH="1">
            <a:off x="4686300" y="2476500"/>
            <a:ext cx="438150" cy="952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98D84"/>
            </a:solidFill>
            <a:prstDash val="solid"/>
            <a:tailEnd type="non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0171DA-9520-47E1-B8F3-64EF1621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90700"/>
            <a:ext cx="10477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1ECF7"/>
          </a:solidFill>
          <a:ln xmlns:a="http://schemas.openxmlformats.org/drawingml/2006/main" w="19050">
            <a:solidFill>
              <a:srgbClr val="8064A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94441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i₁  i₂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59521A-E483-4DEB-9DC3-2C01AA5B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00325"/>
            <a:ext cx="1047750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FBEDE5"/>
          </a:solidFill>
          <a:ln xmlns:a="http://schemas.openxmlformats.org/drawingml/2006/main" w="19050">
            <a:solidFill>
              <a:srgbClr val="D9794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GNN</a:t>
            </a:r>
          </a:p>
        </p:txBody>
      </p:sp>
      <p:cxnSp>
        <p:nvCxnSpPr>
          <p:cNvPr id="65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7524750" y="2190750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064A2"/>
            </a:solidFill>
            <a:prstDash val="solid"/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23" idx="3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V="1">
            <a:off x="8048625" y="1990725"/>
            <a:ext cx="0" cy="871538"/>
          </a:xfrm>
          <a:prstGeom xmlns:a="http://schemas.openxmlformats.org/drawingml/2006/main" prst="curvedConnector2">
            <a:avLst/>
          </a:prstGeom>
          <a:ln xmlns:a="http://schemas.openxmlformats.org/drawingml/2006/main" w="23813">
            <a:solidFill>
              <a:srgbClr val="398D84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DDFCBE-FE49-4AC5-843F-D3586A80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733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D3D16A-A9F8-4DF6-AB4F-4268ACE8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81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3B2FDB-B919-4F02-9816-B85C3AC5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7908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974443-B392-4F89-A389-F0D067A8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3717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E"/>
          </a:solidFill>
          <a:ln xmlns:a="http://schemas.openxmlformats.org/drawingml/2006/main" w="23813">
            <a:solidFill>
              <a:srgbClr val="4E9B6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A33B1E-C446-4662-9AEF-F7A0262C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0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E9B69"/>
            </a:solidFill>
            <a:prstDash val="dot"/>
          </a:ln>
        </p:spPr>
      </p:sp>
      <p:cxnSp>
        <p:nvCxnSpPr>
          <p:cNvPr id="72" name=""/>
          <p:cNvCxnSpPr>
            <a:stCxn xmlns:a="http://schemas.openxmlformats.org/drawingml/2006/main" id="26" idx="7"/>
            <a:endCxn xmlns:a="http://schemas.openxmlformats.org/drawingml/2006/main" id="27" idx="3"/>
          </p:cNvCxnSpPr>
          <p:nvPr/>
        </p:nvCxnSpPr>
        <p:spPr>
          <a:xfrm xmlns:a="http://schemas.openxmlformats.org/drawingml/2006/main" flipV="1">
            <a:off x="9688757" y="2576372"/>
            <a:ext cx="441220" cy="19357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98D84"/>
            </a:solidFill>
            <a:prstDash val="solid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27" idx="5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10291622" y="2576372"/>
            <a:ext cx="447955" cy="24793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98D84"/>
            </a:solidFill>
            <a:prstDash val="solid"/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28" idx="7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V="1">
            <a:off x="10901222" y="2583107"/>
            <a:ext cx="422170" cy="24119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98D84"/>
            </a:solidFill>
            <a:prstDash val="solid"/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439BE3-C644-4AA4-B7B5-CE0771AE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000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Агрегација на</a:t>
            </a:r>
          </a:p>
          <a:p xmlns:a="http://schemas.openxmlformats.org/drawingml/2006/main">
            <a:pPr algn="ctr">
              <a:defRPr sz="1800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соседството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3CC2B2-6E43-4295-8B26-64879207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762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GraphSAGE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7D518D-9642-448B-B024-91352903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00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Релациско</a:t>
            </a:r>
          </a:p>
          <a:p xmlns:a="http://schemas.openxmlformats.org/drawingml/2006/main">
            <a:pPr algn="ctr">
              <a:defRPr sz="1800" b="1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моделирање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9F8455-A36F-4D3C-86CA-C7322A48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762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Advance GraphSAGE</a:t>
            </a:r>
          </a:p>
          <a:p xmlns:a="http://schemas.openxmlformats.org/drawingml/2006/main">
            <a:pPr algn="ctr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R-GCN · HGT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2380C6-7BEA-4E11-9BBF-E260C975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Приспособливо</a:t>
            </a:r>
          </a:p>
          <a:p xmlns:a="http://schemas.openxmlformats.org/drawingml/2006/main">
            <a:pPr algn="ctr">
              <a:defRPr sz="1800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расудување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9DC8F5-5471-4C7C-B221-4F164D47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ReaRev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00B361-4255-4369-A8E6-CC883804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00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Расудување по</a:t>
            </a:r>
          </a:p>
          <a:p xmlns:a="http://schemas.openxmlformats.org/drawingml/2006/main">
            <a:pPr algn="ctr">
              <a:defRPr sz="180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релациски патеки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1C9528-8B10-49B5-A588-67AAAE04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62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NBFNet</a:t>
            </a:r>
          </a:p>
        </p:txBody>
      </p:sp>
    </p:spTree>
    <p:extLst>
      <p:ext uri="{BB962C8B-B14F-4D97-AF65-F5344CB8AC3E}">
        <p14:creationId xmlns:p14="http://schemas.microsoft.com/office/powerpoint/2010/main" val="4446024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3AC275-CB3A-4C96-81AC-C9EC2D80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86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GraphSAGE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59745-9B84-4A04-8DD2-4C81E0C6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86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Advance GraphSAGE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4AB56-5CEC-471B-BCF2-C4FC32D4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3875"/>
            <a:ext cx="19050" cy="5572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B6357-6940-4BA1-8BC6-C0D1E88A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000125"/>
            <a:ext cx="17145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4F86C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прашање  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09931-097E-48AD-A878-225631A2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000125"/>
            <a:ext cx="14287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A9B4BE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cos(q, r)</a:t>
            </a:r>
          </a:p>
        </p:txBody>
      </p:sp>
      <p:cxnSp>
        <p:nvCxnSpPr>
          <p:cNvPr id="4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667125" y="124777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F86C6"/>
            </a:solidFill>
            <a:prstDash val="solid"/>
            <a:tailEnd type="triangle" w="sm" len="sm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D81743-8B40-4548-BF78-5B189A5A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114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A7239-1E1C-4AEE-BB3C-2500978C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621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cxnSp>
        <p:nvCxnSpPr>
          <p:cNvPr id="49" name=""/>
          <p:cNvCxnSpPr>
            <a:stCxn xmlns:a="http://schemas.openxmlformats.org/drawingml/2006/main" id="8" idx="5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835733" y="2454858"/>
            <a:ext cx="1247857" cy="72398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F86C6"/>
            </a:solidFill>
            <a:prstDash val="solid"/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4D4CFC-F487-4681-8A25-E47554FB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66988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r₁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67E723-D69D-440C-9380-9113DB86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543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E5A23C"/>
            </a:solidFill>
            <a:prstDash val="solid"/>
          </a:ln>
        </p:spPr>
      </p:sp>
      <p:cxnSp>
        <p:nvCxnSpPr>
          <p:cNvPr id="52" name=""/>
          <p:cNvCxnSpPr>
            <a:stCxn xmlns:a="http://schemas.openxmlformats.org/drawingml/2006/main" id="11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1647825" y="3333750"/>
            <a:ext cx="137160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5A23C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C375AD-714D-4978-9CF5-3B64D869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6938" y="32575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5A23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5A23C"/>
                </a:solidFill>
                <a:latin typeface="Arial"/>
                <a:ea typeface="Arial"/>
                <a:cs typeface="Arial"/>
              </a:rPr>
              <a:t>r₂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2F0DD6-3C72-46F5-914A-CC4C699D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4481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398D84"/>
            </a:solidFill>
            <a:prstDash val="solid"/>
          </a:ln>
        </p:spPr>
      </p:sp>
      <p:cxnSp>
        <p:nvCxnSpPr>
          <p:cNvPr id="55" name=""/>
          <p:cNvCxnSpPr>
            <a:stCxn xmlns:a="http://schemas.openxmlformats.org/drawingml/2006/main" id="14" idx="0"/>
            <a:endCxn xmlns:a="http://schemas.openxmlformats.org/drawingml/2006/main" id="7" idx="4"/>
          </p:cNvCxnSpPr>
          <p:nvPr/>
        </p:nvCxnSpPr>
        <p:spPr>
          <a:xfrm xmlns:a="http://schemas.openxmlformats.org/drawingml/2006/main" flipH="1" flipV="1">
            <a:off x="3238500" y="3552825"/>
            <a:ext cx="142875" cy="8953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98D84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F6FE35-C452-4300-A9F5-35F158AE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438" y="3709988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r₃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F54577-2806-4D5A-9228-4D7CFE81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86100"/>
            <a:ext cx="1000125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4F86C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оценка</a:t>
            </a:r>
          </a:p>
        </p:txBody>
      </p:sp>
      <p:cxnSp>
        <p:nvCxnSpPr>
          <p:cNvPr id="58" name=""/>
          <p:cNvCxnSpPr>
            <a:stCxn xmlns:a="http://schemas.openxmlformats.org/drawingml/2006/main" id="7" idx="6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457575" y="3333750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F86C6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15F988-39FC-4973-A6FC-1FDAC6FF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150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Фиксно семантичко пондерирање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65300F-6495-4DFE-AC99-DD638D4E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00125"/>
            <a:ext cx="17145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4F86C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прашање  q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3D29EB-2646-4424-8033-E1C2C774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000125"/>
            <a:ext cx="21907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FBEDE5"/>
          </a:solidFill>
          <a:ln xmlns:a="http://schemas.openxmlformats.org/drawingml/2006/main" w="19050">
            <a:solidFill>
              <a:srgbClr val="D9794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научена порта  α(q, r)</a:t>
            </a:r>
          </a:p>
        </p:txBody>
      </p:sp>
      <p:cxnSp>
        <p:nvCxnSpPr>
          <p:cNvPr id="62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953500" y="124777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97942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1D62ED-7DCA-4F02-A1E6-30411D89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14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D9794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74B2F3-62CF-4B10-B21F-E2245612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1621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cxnSp>
        <p:nvCxnSpPr>
          <p:cNvPr id="65" name=""/>
          <p:cNvCxnSpPr>
            <a:stCxn xmlns:a="http://schemas.openxmlformats.org/drawingml/2006/main" id="24" idx="5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7312608" y="2454858"/>
            <a:ext cx="1247857" cy="72398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F86C6"/>
            </a:solidFill>
            <a:prstDash val="solid"/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23" idx="1"/>
            <a:endCxn xmlns:a="http://schemas.openxmlformats.org/drawingml/2006/main" id="24" idx="5"/>
          </p:cNvCxnSpPr>
          <p:nvPr/>
        </p:nvCxnSpPr>
        <p:spPr>
          <a:xfrm xmlns:a="http://schemas.openxmlformats.org/drawingml/2006/main" flipH="1" flipV="1">
            <a:off x="7312608" y="2454858"/>
            <a:ext cx="1247857" cy="723982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DE3E8"/>
            </a:solidFill>
            <a:prstDash val="dash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3EDAC0-67F3-4E24-88FB-D0244F98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66988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r₁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373DE1-A893-4402-AE23-2A6E4630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43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E5A23C"/>
            </a:solidFill>
            <a:prstDash val="solid"/>
          </a:ln>
        </p:spPr>
      </p:sp>
      <p:cxnSp>
        <p:nvCxnSpPr>
          <p:cNvPr id="69" name=""/>
          <p:cNvCxnSpPr>
            <a:stCxn xmlns:a="http://schemas.openxmlformats.org/drawingml/2006/main" id="28" idx="6"/>
            <a:endCxn xmlns:a="http://schemas.openxmlformats.org/drawingml/2006/main" id="23" idx="2"/>
          </p:cNvCxnSpPr>
          <p:nvPr/>
        </p:nvCxnSpPr>
        <p:spPr>
          <a:xfrm xmlns:a="http://schemas.openxmlformats.org/drawingml/2006/main" flipV="1">
            <a:off x="7124700" y="3333750"/>
            <a:ext cx="137160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5A23C"/>
            </a:solidFill>
            <a:prstDash val="soli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23" idx="2"/>
            <a:endCxn xmlns:a="http://schemas.openxmlformats.org/drawingml/2006/main" id="28" idx="6"/>
          </p:cNvCxnSpPr>
          <p:nvPr/>
        </p:nvCxnSpPr>
        <p:spPr>
          <a:xfrm xmlns:a="http://schemas.openxmlformats.org/drawingml/2006/main" flipH="1">
            <a:off x="7124700" y="3333750"/>
            <a:ext cx="137160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DE3E8"/>
            </a:solidFill>
            <a:prstDash val="dash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B97C6B-BCCA-485E-B0E7-0009F8A9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3813" y="32575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5A23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5A23C"/>
                </a:solidFill>
                <a:latin typeface="Arial"/>
                <a:ea typeface="Arial"/>
                <a:cs typeface="Arial"/>
              </a:rPr>
              <a:t>r₂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8D2F7D-DED5-4387-9952-8825975A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481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398D84"/>
            </a:solidFill>
            <a:prstDash val="solid"/>
          </a:ln>
        </p:spPr>
      </p:sp>
      <p:cxnSp>
        <p:nvCxnSpPr>
          <p:cNvPr id="73" name=""/>
          <p:cNvCxnSpPr>
            <a:stCxn xmlns:a="http://schemas.openxmlformats.org/drawingml/2006/main" id="32" idx="0"/>
            <a:endCxn xmlns:a="http://schemas.openxmlformats.org/drawingml/2006/main" id="23" idx="4"/>
          </p:cNvCxnSpPr>
          <p:nvPr/>
        </p:nvCxnSpPr>
        <p:spPr>
          <a:xfrm xmlns:a="http://schemas.openxmlformats.org/drawingml/2006/main" flipH="1" flipV="1">
            <a:off x="8715375" y="3552825"/>
            <a:ext cx="142875" cy="8953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98D84"/>
            </a:solidFill>
            <a:prstDash val="solid"/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23" idx="4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8715375" y="3552825"/>
            <a:ext cx="142875" cy="895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DE3E8"/>
            </a:solidFill>
            <a:prstDash val="dash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5D7A46-5731-4F09-8D85-3E23CE58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313" y="3709988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r₃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7E73D9-0A76-4CCD-BBD5-195F2F31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086100"/>
            <a:ext cx="1000125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FBEDE5"/>
          </a:solidFill>
          <a:ln xmlns:a="http://schemas.openxmlformats.org/drawingml/2006/main" w="19050">
            <a:solidFill>
              <a:srgbClr val="D9794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оценка</a:t>
            </a:r>
          </a:p>
        </p:txBody>
      </p:sp>
      <p:cxnSp>
        <p:nvCxnSpPr>
          <p:cNvPr id="77" name=""/>
          <p:cNvCxnSpPr>
            <a:stCxn xmlns:a="http://schemas.openxmlformats.org/drawingml/2006/main" id="23" idx="6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8934450" y="3333750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7942"/>
            </a:solidFill>
            <a:prstDash val="solid"/>
            <a:tailEnd type="triangle" w="sm" len="sm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3D5ECA-F06A-4EAB-B87F-2AE41EF1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43500"/>
            <a:ext cx="114300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A9B4BE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080"/>
                </a:solidFill>
                <a:latin typeface="Arial"/>
                <a:ea typeface="Arial"/>
                <a:cs typeface="Arial"/>
              </a:rPr>
              <a:t>residual</a:t>
            </a:r>
          </a:p>
        </p:txBody>
      </p:sp>
      <p:cxnSp>
        <p:nvCxnSpPr>
          <p:cNvPr id="79" name=""/>
          <p:cNvCxnSpPr>
            <a:stCxn xmlns:a="http://schemas.openxmlformats.org/drawingml/2006/main" id="38" idx="3"/>
            <a:endCxn xmlns:a="http://schemas.openxmlformats.org/drawingml/2006/main" id="36" idx="2"/>
          </p:cNvCxnSpPr>
          <p:nvPr/>
        </p:nvCxnSpPr>
        <p:spPr>
          <a:xfrm xmlns:a="http://schemas.openxmlformats.org/drawingml/2006/main" flipV="1">
            <a:off x="9525000" y="3581400"/>
            <a:ext cx="547688" cy="174307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A9B4BE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BC3708-070C-472E-BF44-64A1436E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7150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372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Пондерирање научено за конкретното прашање</a:t>
            </a:r>
          </a:p>
        </p:txBody>
      </p:sp>
    </p:spTree>
    <p:extLst>
      <p:ext uri="{BB962C8B-B14F-4D97-AF65-F5344CB8AC3E}">
        <p14:creationId xmlns:p14="http://schemas.microsoft.com/office/powerpoint/2010/main" val="16360852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AF47F5-5E3D-49FE-8A21-2004D925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86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R-GCN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D61A8-0060-48C9-80D4-711D5334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86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HGT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559BF-3380-4B82-915C-C51CF4EE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3875"/>
            <a:ext cx="19050" cy="5572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FA869-0A15-4EE6-A4F8-F3F458F0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9622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D9794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211D6-400B-48BA-8EFD-6290774F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9716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A1DA41-007E-44CC-9E4B-7F1EDD0D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71725"/>
            <a:ext cx="7048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86C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Wᵣ₁</a:t>
            </a:r>
          </a:p>
        </p:txBody>
      </p:sp>
      <p:cxnSp>
        <p:nvCxnSpPr>
          <p:cNvPr id="42" name=""/>
          <p:cNvCxnSpPr>
            <a:stCxn xmlns:a="http://schemas.openxmlformats.org/drawingml/2006/main" id="5" idx="6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076450" y="2143125"/>
            <a:ext cx="11620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F86C6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6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943350" y="2571750"/>
            <a:ext cx="514630" cy="45748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F86C6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2FCFE-39F9-41A8-B02A-464F033E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9335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r₁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1431C0-C2AA-4985-9BFB-8875A9BD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57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E5A2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E2FA47-8B94-487D-A333-3484A1BF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52775"/>
            <a:ext cx="7048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A23C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5A23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5A23C"/>
                </a:solidFill>
                <a:latin typeface="Arial"/>
                <a:ea typeface="Arial"/>
                <a:cs typeface="Arial"/>
              </a:rPr>
              <a:t>Wᵣ₂</a:t>
            </a:r>
          </a:p>
        </p:txBody>
      </p:sp>
      <p:cxnSp>
        <p:nvCxnSpPr>
          <p:cNvPr id="47" name=""/>
          <p:cNvCxnSpPr>
            <a:stCxn xmlns:a="http://schemas.openxmlformats.org/drawingml/2006/main" id="10" idx="6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1885950" y="3352800"/>
            <a:ext cx="1352550" cy="762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E5A23C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11" idx="3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3943350" y="3190875"/>
            <a:ext cx="447675" cy="1619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5A23C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8ACE15-033B-4D22-924E-5A2ACAC8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219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5A23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5A23C"/>
                </a:solidFill>
                <a:latin typeface="Arial"/>
                <a:ea typeface="Arial"/>
                <a:cs typeface="Arial"/>
              </a:rPr>
              <a:t>r₂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9FE944-01F8-4770-967B-B5EBEF66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481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398D8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EDD27E-FC28-4106-A818-2CA86574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33825"/>
            <a:ext cx="7048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98D84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Wᵣ₃</a:t>
            </a:r>
          </a:p>
        </p:txBody>
      </p:sp>
      <p:cxnSp>
        <p:nvCxnSpPr>
          <p:cNvPr id="52" name=""/>
          <p:cNvCxnSpPr>
            <a:stCxn xmlns:a="http://schemas.openxmlformats.org/drawingml/2006/main" id="15" idx="7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2692983" y="4133850"/>
            <a:ext cx="545517" cy="364542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98D84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6" idx="3"/>
            <a:endCxn xmlns:a="http://schemas.openxmlformats.org/drawingml/2006/main" id="4" idx="3"/>
          </p:cNvCxnSpPr>
          <p:nvPr/>
        </p:nvCxnSpPr>
        <p:spPr>
          <a:xfrm xmlns:a="http://schemas.openxmlformats.org/drawingml/2006/main" flipV="1">
            <a:off x="3943350" y="3352520"/>
            <a:ext cx="514630" cy="78133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98D84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7CAC10-525F-4E1B-96F7-5FDDA1C8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4100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r₃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02CB8D-47CD-40E2-A70A-6AD6EA93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9622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8064A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ECE5C2-DD6F-4CDA-943B-BF74C06E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24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cxnSp>
        <p:nvCxnSpPr>
          <p:cNvPr id="57" name=""/>
          <p:cNvCxnSpPr>
            <a:stCxn xmlns:a="http://schemas.openxmlformats.org/drawingml/2006/main" id="21" idx="6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600950" y="2095500"/>
            <a:ext cx="2095780" cy="933730"/>
          </a:xfrm>
          <a:prstGeom xmlns:a="http://schemas.openxmlformats.org/drawingml/2006/main" prst="straightConnector1">
            <a:avLst/>
          </a:prstGeom>
          <a:ln xmlns:a="http://schemas.openxmlformats.org/drawingml/2006/main" w="52388">
            <a:solidFill>
              <a:srgbClr val="4F86C6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7A6218-00D1-484B-A976-AD2F80B6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85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r₁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B619D7-9CD2-4FD0-9949-EF33E500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2488" y="2309813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α₁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8DB81D-6006-4F55-90B2-6DD5ADF1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051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E5A23C"/>
            </a:solidFill>
            <a:prstDash val="solid"/>
          </a:ln>
        </p:spPr>
      </p:sp>
      <p:cxnSp>
        <p:nvCxnSpPr>
          <p:cNvPr id="61" name=""/>
          <p:cNvCxnSpPr>
            <a:stCxn xmlns:a="http://schemas.openxmlformats.org/drawingml/2006/main" id="25" idx="6"/>
            <a:endCxn xmlns:a="http://schemas.openxmlformats.org/drawingml/2006/main" id="20" idx="2"/>
          </p:cNvCxnSpPr>
          <p:nvPr/>
        </p:nvCxnSpPr>
        <p:spPr>
          <a:xfrm xmlns:a="http://schemas.openxmlformats.org/drawingml/2006/main" flipV="1">
            <a:off x="7410450" y="3190875"/>
            <a:ext cx="2219325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5A23C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F5C5B5-25B1-4851-92B7-45DA9CD7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670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5A23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5A23C"/>
                </a:solidFill>
                <a:latin typeface="Arial"/>
                <a:ea typeface="Arial"/>
                <a:cs typeface="Arial"/>
              </a:rPr>
              <a:t>r₂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7D7736-0D66-4ED5-BDF8-92C6C130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30003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5A23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5A23C"/>
                </a:solidFill>
                <a:latin typeface="Arial"/>
                <a:ea typeface="Arial"/>
                <a:cs typeface="Arial"/>
              </a:rPr>
              <a:t>α₂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9BA50D-BAF2-4876-82AA-FBB6DF35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4481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398D84"/>
            </a:solidFill>
            <a:prstDash val="solid"/>
          </a:ln>
        </p:spPr>
      </p:sp>
      <p:cxnSp>
        <p:nvCxnSpPr>
          <p:cNvPr id="65" name=""/>
          <p:cNvCxnSpPr>
            <a:stCxn xmlns:a="http://schemas.openxmlformats.org/drawingml/2006/main" id="29" idx="7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V="1">
            <a:off x="8265108" y="3352520"/>
            <a:ext cx="1431622" cy="1145872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98D84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B0275D-4209-43FD-8E34-A7F347DD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100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r₃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46C093-E3F2-4CCD-A287-8B57FF01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5718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α₃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847956-E9B9-4B63-804A-F492B44E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43500"/>
            <a:ext cx="2381250" cy="428625"/>
          </a:xfrm>
          <a:prstGeom xmlns:a="http://schemas.openxmlformats.org/drawingml/2006/main" prst="roundRect">
            <a:avLst>
              <a:gd name="adj" fmla="val 31111"/>
            </a:avLst>
          </a:prstGeom>
          <a:solidFill xmlns:a="http://schemas.openxmlformats.org/drawingml/2006/main">
            <a:srgbClr val="F1ECF7"/>
          </a:solidFill>
          <a:ln xmlns:a="http://schemas.openxmlformats.org/drawingml/2006/main" w="19050">
            <a:solidFill>
              <a:srgbClr val="8064A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multi-head attention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B3B315-D831-4056-9F49-42534AF4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816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Трансформација според типот на релацијата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5DE32D-353C-498E-BE4C-B309CA24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810250"/>
            <a:ext cx="442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77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Релациски зависна тежина на вниманието</a:t>
            </a:r>
          </a:p>
        </p:txBody>
      </p:sp>
    </p:spTree>
    <p:extLst>
      <p:ext uri="{BB962C8B-B14F-4D97-AF65-F5344CB8AC3E}">
        <p14:creationId xmlns:p14="http://schemas.microsoft.com/office/powerpoint/2010/main" val="16393052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4A4F20-47BE-44EF-96D3-0E67E3EB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571625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4F86C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Прашање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CA6207-7A27-48AF-9399-64D65394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52500"/>
            <a:ext cx="2095500" cy="10001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1ECF7"/>
          </a:solidFill>
          <a:ln xmlns:a="http://schemas.openxmlformats.org/drawingml/2006/main" w="19050">
            <a:solidFill>
              <a:srgbClr val="8064A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Инструкции</a:t>
            </a:r>
          </a:p>
          <a:p xmlns:a="http://schemas.openxmlformats.org/drawingml/2006/main">
            <a:pPr algn="ctr">
              <a:defRPr sz="172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i₁   i₂   i₃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25676B-DFA2-41C4-8C47-3D739FE9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714625"/>
            <a:ext cx="2095500" cy="10001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BEDE5"/>
          </a:solidFill>
          <a:ln xmlns:a="http://schemas.openxmlformats.org/drawingml/2006/main" w="19050">
            <a:solidFill>
              <a:srgbClr val="D9794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Расудување</a:t>
            </a:r>
          </a:p>
          <a:p xmlns:a="http://schemas.openxmlformats.org/drawingml/2006/main">
            <a:pPr algn="ctr">
              <a:defRPr sz="1725" b="1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над графот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CEC3E-C260-4F42-BBEF-BCF74C4C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29125"/>
            <a:ext cx="20002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9050">
            <a:solidFill>
              <a:srgbClr val="398D84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Собрана</a:t>
            </a:r>
          </a:p>
          <a:p xmlns:a="http://schemas.openxmlformats.org/drawingml/2006/main">
            <a:pPr algn="ctr">
              <a:defRPr sz="165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информација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6B6EA2-70DC-448D-B71A-972436D5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143000"/>
            <a:ext cx="2095500" cy="10001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1ECF7"/>
          </a:solidFill>
          <a:ln xmlns:a="http://schemas.openxmlformats.org/drawingml/2006/main" w="19050">
            <a:solidFill>
              <a:srgbClr val="8064A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Ревизија на</a:t>
            </a:r>
          </a:p>
          <a:p xmlns:a="http://schemas.openxmlformats.org/drawingml/2006/main">
            <a:pPr algn="ctr">
              <a:defRPr sz="1650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инструкциите</a:t>
            </a:r>
          </a:p>
        </p:txBody>
      </p:sp>
      <p:cxnSp>
        <p:nvCxnSpPr>
          <p:cNvPr id="25" name=""/>
          <p:cNvCxnSpPr>
            <a:stCxn xmlns:a="http://schemas.openxmlformats.org/drawingml/2006/main" id="1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 flipV="1">
            <a:off x="2238375" y="1452563"/>
            <a:ext cx="809625" cy="1500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4F86C6"/>
            </a:solidFill>
            <a:prstDash val="solid"/>
            <a:tail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2" idx="2"/>
            <a:endCxn xmlns:a="http://schemas.openxmlformats.org/drawingml/2006/main" id="3" idx="0"/>
          </p:cNvCxnSpPr>
          <p:nvPr/>
        </p:nvCxnSpPr>
        <p:spPr>
          <a:xfrm xmlns:a="http://schemas.openxmlformats.org/drawingml/2006/main">
            <a:off x="4095750" y="1952625"/>
            <a:ext cx="2047875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8064A2"/>
            </a:solidFill>
            <a:prstDash val="solid"/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7191375" y="3214688"/>
            <a:ext cx="619125" cy="1690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D97942"/>
            </a:solidFill>
            <a:prstDash val="solid"/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4" idx="0"/>
            <a:endCxn xmlns:a="http://schemas.openxmlformats.org/drawingml/2006/main" id="5" idx="2"/>
          </p:cNvCxnSpPr>
          <p:nvPr/>
        </p:nvCxnSpPr>
        <p:spPr>
          <a:xfrm xmlns:a="http://schemas.openxmlformats.org/drawingml/2006/main" flipV="1">
            <a:off x="8810625" y="2143125"/>
            <a:ext cx="1666875" cy="2286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98D84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5" idx="1"/>
            <a:endCxn xmlns:a="http://schemas.openxmlformats.org/drawingml/2006/main" id="2" idx="3"/>
          </p:cNvCxnSpPr>
          <p:nvPr/>
        </p:nvCxnSpPr>
        <p:spPr>
          <a:xfrm xmlns:a="http://schemas.openxmlformats.org/drawingml/2006/main" flipH="1" flipV="1">
            <a:off x="5143500" y="1452563"/>
            <a:ext cx="4286250" cy="190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8064A2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45C501-60BB-4475-8ACE-E02F09C0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762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E9B67-844B-44DA-B6D5-305CE236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67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A6D137-69A0-454B-AA86-DD4E7435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19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E"/>
          </a:solidFill>
          <a:ln xmlns:a="http://schemas.openxmlformats.org/drawingml/2006/main" w="23813">
            <a:solidFill>
              <a:srgbClr val="4E9B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112E56-772D-4F55-82F0-E2B50598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533900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E9B69"/>
            </a:solidFill>
            <a:prstDash val="dot"/>
          </a:ln>
        </p:spPr>
      </p:sp>
      <p:cxnSp>
        <p:nvCxnSpPr>
          <p:cNvPr id="34" name=""/>
          <p:cNvCxnSpPr>
            <a:stCxn xmlns:a="http://schemas.openxmlformats.org/drawingml/2006/main" id="11" idx="6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715000" y="4905375"/>
            <a:ext cx="531568" cy="198193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63746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12" idx="7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V="1">
            <a:off x="6421682" y="4863528"/>
            <a:ext cx="573415" cy="24004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63746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C92421-925A-41D2-B60C-09BA90A6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481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итерација  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51D766-21B9-4346-84D9-D66D9098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9530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следна итерација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BFA14B-90E2-45A6-9EBB-34D88ED9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048375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48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Инструкциите се менуваат според информацијата откриена во графот</a:t>
            </a:r>
          </a:p>
        </p:txBody>
      </p:sp>
    </p:spTree>
    <p:extLst>
      <p:ext uri="{BB962C8B-B14F-4D97-AF65-F5344CB8AC3E}">
        <p14:creationId xmlns:p14="http://schemas.microsoft.com/office/powerpoint/2010/main" val="21213570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FD7E92-D20A-4AA8-87BF-02A247D9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l = 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4F18E-C1D3-4CE7-81D0-5FE0EF0E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2387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l =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DAFF4-A664-4F48-B044-923F301A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2387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l =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12DAF-0900-41AD-B1FD-195C8C69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2387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5A23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5A23C"/>
                </a:solidFill>
                <a:latin typeface="Arial"/>
                <a:ea typeface="Arial"/>
                <a:cs typeface="Arial"/>
              </a:rPr>
              <a:t>Оценки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A3707C-2F39-433E-8CF9-0008A11B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00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65683-B9BC-43FD-A2C9-9F667370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433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почетен ентитет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4F76A-D4FD-45BC-8244-40F46B90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104775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4F86C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BB1488-573C-43A3-AC62-204F1D96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F86C6"/>
                </a:solidFill>
                <a:latin typeface="Arial"/>
                <a:ea typeface="Arial"/>
                <a:cs typeface="Arial"/>
              </a:rPr>
              <a:t>иницијализација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67F755-2E2C-4F20-B554-5F729ECA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0669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98D8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6AC55-FF6C-4915-B396-A87E125A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0671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DDE3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656F30-31F8-4173-B43E-340C02F0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431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98D8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1F23F6-2FC8-47BB-936D-7C390257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05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DDE3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96FFCD-C66B-407E-84AF-C6E4EEB0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38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E"/>
          </a:solidFill>
          <a:ln xmlns:a="http://schemas.openxmlformats.org/drawingml/2006/main" w="23813">
            <a:solidFill>
              <a:srgbClr val="4E9B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CDD0D3-F6B2-4921-9B24-4FEC740A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52650"/>
            <a:ext cx="647700" cy="647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E9B69"/>
            </a:solidFill>
            <a:prstDash val="dot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04FC0F-E5C4-4F06-8ED9-1794F119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813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4E9B6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E9B69"/>
                </a:solidFill>
                <a:latin typeface="Arial"/>
                <a:ea typeface="Arial"/>
                <a:cs typeface="Arial"/>
              </a:rPr>
              <a:t>точен одговор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A5B64C-74D5-43F5-91D5-DD1FEEDF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257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23813">
            <a:solidFill>
              <a:srgbClr val="E5A2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B3694C-56EC-414F-A2F0-EE45A173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625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E5A23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5A23C"/>
                </a:solidFill>
                <a:latin typeface="Arial"/>
                <a:ea typeface="Arial"/>
                <a:cs typeface="Arial"/>
              </a:rPr>
              <a:t>друг кандидат</a:t>
            </a:r>
          </a:p>
        </p:txBody>
      </p:sp>
      <p:cxnSp>
        <p:nvCxnSpPr>
          <p:cNvPr id="48" name=""/>
          <p:cNvCxnSpPr>
            <a:stCxn xmlns:a="http://schemas.openxmlformats.org/drawingml/2006/main" id="5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 flipV="1">
            <a:off x="1666875" y="2238375"/>
            <a:ext cx="2257425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98D84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9" idx="6"/>
            <a:endCxn xmlns:a="http://schemas.openxmlformats.org/drawingml/2006/main" id="11" idx="2"/>
          </p:cNvCxnSpPr>
          <p:nvPr/>
        </p:nvCxnSpPr>
        <p:spPr>
          <a:xfrm xmlns:a="http://schemas.openxmlformats.org/drawingml/2006/main">
            <a:off x="4267200" y="2238375"/>
            <a:ext cx="232410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98D84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1" idx="6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V="1">
            <a:off x="6934200" y="2476500"/>
            <a:ext cx="2257425" cy="2381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98D84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5" idx="6"/>
            <a:endCxn xmlns:a="http://schemas.openxmlformats.org/drawingml/2006/main" id="10" idx="2"/>
          </p:cNvCxnSpPr>
          <p:nvPr/>
        </p:nvCxnSpPr>
        <p:spPr>
          <a:xfrm xmlns:a="http://schemas.openxmlformats.org/drawingml/2006/main">
            <a:off x="1666875" y="3238500"/>
            <a:ext cx="2257425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DE3E8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10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4267200" y="4238625"/>
            <a:ext cx="232410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DE3E8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2" idx="6"/>
            <a:endCxn xmlns:a="http://schemas.openxmlformats.org/drawingml/2006/main" id="16" idx="2"/>
          </p:cNvCxnSpPr>
          <p:nvPr/>
        </p:nvCxnSpPr>
        <p:spPr>
          <a:xfrm xmlns:a="http://schemas.openxmlformats.org/drawingml/2006/main">
            <a:off x="6934200" y="4476750"/>
            <a:ext cx="2276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DE3E8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9" idx="5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216983" y="2359608"/>
            <a:ext cx="2424533" cy="1995908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B4BE"/>
            </a:solidFill>
            <a:prstDash val="dash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5DCC44-862C-44EA-8C40-968B0ACF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1431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wᵣ₁(q)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BECA32-CF36-4011-AF4D-E6E3C304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526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wᵣ₂(q)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096667-1E07-4ED0-9AC9-B45E1BCB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wᵣ₃(q)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37B9E5-8893-49F9-9AD4-B9A1AE54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90750"/>
            <a:ext cx="123825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19050">
            <a:solidFill>
              <a:srgbClr val="4E9B69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E9B6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9B69"/>
                </a:solidFill>
                <a:latin typeface="Arial"/>
                <a:ea typeface="Arial"/>
                <a:cs typeface="Arial"/>
              </a:rPr>
              <a:t>висока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775212-B38F-4F6C-9DE9-60643D77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191000"/>
            <a:ext cx="123825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A9B4BE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17080"/>
                </a:solidFill>
                <a:latin typeface="Arial"/>
                <a:ea typeface="Arial"/>
                <a:cs typeface="Arial"/>
              </a:rPr>
              <a:t>ниска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070BE3-6AD4-4C7E-8061-F3D52085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95312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Патеките и релациите се условени од прашањето</a:t>
            </a:r>
          </a:p>
        </p:txBody>
      </p:sp>
    </p:spTree>
    <p:extLst>
      <p:ext uri="{BB962C8B-B14F-4D97-AF65-F5344CB8AC3E}">
        <p14:creationId xmlns:p14="http://schemas.microsoft.com/office/powerpoint/2010/main" val="19219409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88D03A-4328-4C91-A9EB-B546BBCC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Унија на најкратки патеки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3BB79-5F0E-4155-80D6-2E20D45A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PCST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EC1EDA-5FC9-4A06-B981-04AE0886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3875"/>
            <a:ext cx="19050" cy="5572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D184D-4592-48D9-8EA9-C0A8C7B4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219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0D5CA-E4FB-4D94-9621-13507507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7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EA78E-8751-4FCA-93FC-DD59EE06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981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AD2BC5-75E0-4A91-BA3B-9F699A89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790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23813">
            <a:solidFill>
              <a:srgbClr val="E5A23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8E8AC-5443-43A8-B59B-25E45497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886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E"/>
          </a:solidFill>
          <a:ln xmlns:a="http://schemas.openxmlformats.org/drawingml/2006/main" w="23813">
            <a:solidFill>
              <a:srgbClr val="4E9B6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57E0AB-2AE2-4684-8BC2-1FBBD86F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E9B69"/>
            </a:solidFill>
            <a:prstDash val="dot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813682-1149-48DF-A7BC-2F0A2490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457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23813">
            <a:solidFill>
              <a:srgbClr val="E5A2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DC832E-4E1B-474E-A7EB-63C15493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00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cxnSp>
        <p:nvCxnSpPr>
          <p:cNvPr id="51" name=""/>
          <p:cNvCxnSpPr>
            <a:stCxn xmlns:a="http://schemas.openxmlformats.org/drawingml/2006/main" id="4" idx="7"/>
            <a:endCxn xmlns:a="http://schemas.openxmlformats.org/drawingml/2006/main" id="5" idx="3"/>
          </p:cNvCxnSpPr>
          <p:nvPr/>
        </p:nvCxnSpPr>
        <p:spPr>
          <a:xfrm xmlns:a="http://schemas.openxmlformats.org/drawingml/2006/main" flipV="1">
            <a:off x="876498" y="2352873"/>
            <a:ext cx="866378" cy="914003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52" name=""/>
          <p:cNvCxnSpPr>
            <a:stCxn xmlns:a="http://schemas.openxmlformats.org/drawingml/2006/main" id="5" idx="5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971873" y="2352873"/>
            <a:ext cx="866378" cy="675878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53" name=""/>
          <p:cNvCxnSpPr>
            <a:stCxn xmlns:a="http://schemas.openxmlformats.org/drawingml/2006/main" id="6" idx="7"/>
            <a:endCxn xmlns:a="http://schemas.openxmlformats.org/drawingml/2006/main" id="7" idx="3"/>
          </p:cNvCxnSpPr>
          <p:nvPr/>
        </p:nvCxnSpPr>
        <p:spPr>
          <a:xfrm xmlns:a="http://schemas.openxmlformats.org/drawingml/2006/main" flipV="1">
            <a:off x="3067248" y="2067123"/>
            <a:ext cx="914003" cy="961628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54" name=""/>
          <p:cNvCxnSpPr>
            <a:stCxn xmlns:a="http://schemas.openxmlformats.org/drawingml/2006/main" id="7" idx="5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210248" y="2067123"/>
            <a:ext cx="818753" cy="866378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55" name=""/>
          <p:cNvCxnSpPr>
            <a:stCxn xmlns:a="http://schemas.openxmlformats.org/drawingml/2006/main" id="6" idx="5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067248" y="3257748"/>
            <a:ext cx="675878" cy="1247378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56" name=""/>
          <p:cNvCxnSpPr>
            <a:stCxn xmlns:a="http://schemas.openxmlformats.org/drawingml/2006/main" id="10" idx="2"/>
            <a:endCxn xmlns:a="http://schemas.openxmlformats.org/drawingml/2006/main" id="11" idx="6"/>
          </p:cNvCxnSpPr>
          <p:nvPr/>
        </p:nvCxnSpPr>
        <p:spPr>
          <a:xfrm xmlns:a="http://schemas.openxmlformats.org/drawingml/2006/main" flipH="1">
            <a:off x="2019300" y="4619625"/>
            <a:ext cx="167640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57" name=""/>
          <p:cNvCxnSpPr>
            <a:stCxn xmlns:a="http://schemas.openxmlformats.org/drawingml/2006/main" id="11" idx="1"/>
            <a:endCxn xmlns:a="http://schemas.openxmlformats.org/drawingml/2006/main" id="4" idx="5"/>
          </p:cNvCxnSpPr>
          <p:nvPr/>
        </p:nvCxnSpPr>
        <p:spPr>
          <a:xfrm xmlns:a="http://schemas.openxmlformats.org/drawingml/2006/main" flipH="1" flipV="1">
            <a:off x="876498" y="3495873"/>
            <a:ext cx="866378" cy="1152128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58" name=""/>
          <p:cNvCxnSpPr>
            <a:stCxn xmlns:a="http://schemas.openxmlformats.org/drawingml/2006/main" id="5" idx="4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857375" y="2400300"/>
            <a:ext cx="0" cy="2200275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63746"/>
            </a:solidFill>
            <a:prstDash val="solid"/>
            <a:tailEnd type="none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B29DCE-3DD4-4E7D-98C6-D4989263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19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63E898-048B-453B-9F36-9AB6F4F2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07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135364-5B97-46B5-AB8C-768A38CF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81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3A8451-5CC2-4C6E-9D0D-5956741F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790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23813">
            <a:solidFill>
              <a:srgbClr val="E5A23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BA191D-59F1-4B69-8F73-CAABCF26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86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E"/>
          </a:solidFill>
          <a:ln xmlns:a="http://schemas.openxmlformats.org/drawingml/2006/main" w="23813">
            <a:solidFill>
              <a:srgbClr val="4E9B6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6B707A-6F81-4C96-A952-C36FC28D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2800350"/>
            <a:ext cx="495300" cy="495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E9B69"/>
            </a:solidFill>
            <a:prstDash val="dot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F2074F-C1B8-40D9-9A28-C6B9E55B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457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DDE3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26F875-BBD5-46AF-B5DD-16F506CF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600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DDE3E8"/>
            </a:solidFill>
            <a:prstDash val="solid"/>
          </a:ln>
        </p:spPr>
      </p:sp>
      <p:cxnSp>
        <p:nvCxnSpPr>
          <p:cNvPr id="67" name=""/>
          <p:cNvCxnSpPr>
            <a:stCxn xmlns:a="http://schemas.openxmlformats.org/drawingml/2006/main" id="20" idx="7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V="1">
            <a:off x="7020123" y="2352873"/>
            <a:ext cx="866378" cy="914003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68" name=""/>
          <p:cNvCxnSpPr>
            <a:stCxn xmlns:a="http://schemas.openxmlformats.org/drawingml/2006/main" id="21" idx="5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115498" y="2352873"/>
            <a:ext cx="866378" cy="675878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69" name=""/>
          <p:cNvCxnSpPr>
            <a:stCxn xmlns:a="http://schemas.openxmlformats.org/drawingml/2006/main" id="22" idx="7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V="1">
            <a:off x="9210873" y="2067123"/>
            <a:ext cx="914003" cy="961628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70" name=""/>
          <p:cNvCxnSpPr>
            <a:stCxn xmlns:a="http://schemas.openxmlformats.org/drawingml/2006/main" id="23" idx="5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10353873" y="2067123"/>
            <a:ext cx="818753" cy="866378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71" name=""/>
          <p:cNvCxnSpPr>
            <a:stCxn xmlns:a="http://schemas.openxmlformats.org/drawingml/2006/main" id="22" idx="5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9210873" y="3257748"/>
            <a:ext cx="675878" cy="1247378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DE3E8"/>
            </a:solidFill>
            <a:prstDash val="solid"/>
            <a:tailEnd type="none" w="med" len="med"/>
          </a:ln>
        </p:spPr>
      </p:cxnSp>
      <p:cxnSp>
        <p:nvCxnSpPr>
          <p:cNvPr id="72" name=""/>
          <p:cNvCxnSpPr>
            <a:stCxn xmlns:a="http://schemas.openxmlformats.org/drawingml/2006/main" id="26" idx="2"/>
            <a:endCxn xmlns:a="http://schemas.openxmlformats.org/drawingml/2006/main" id="27" idx="6"/>
          </p:cNvCxnSpPr>
          <p:nvPr/>
        </p:nvCxnSpPr>
        <p:spPr>
          <a:xfrm xmlns:a="http://schemas.openxmlformats.org/drawingml/2006/main" flipH="1">
            <a:off x="8162925" y="4619625"/>
            <a:ext cx="167640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DE3E8"/>
            </a:solidFill>
            <a:prstDash val="solid"/>
            <a:tailEnd type="none" w="med" len="med"/>
          </a:ln>
        </p:spPr>
      </p:cxnSp>
      <p:cxnSp>
        <p:nvCxnSpPr>
          <p:cNvPr id="73" name=""/>
          <p:cNvCxnSpPr>
            <a:stCxn xmlns:a="http://schemas.openxmlformats.org/drawingml/2006/main" id="27" idx="1"/>
            <a:endCxn xmlns:a="http://schemas.openxmlformats.org/drawingml/2006/main" id="20" idx="5"/>
          </p:cNvCxnSpPr>
          <p:nvPr/>
        </p:nvCxnSpPr>
        <p:spPr>
          <a:xfrm xmlns:a="http://schemas.openxmlformats.org/drawingml/2006/main" flipH="1" flipV="1">
            <a:off x="7020123" y="3495873"/>
            <a:ext cx="866378" cy="1152128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DE3E8"/>
            </a:solidFill>
            <a:prstDash val="solid"/>
            <a:tailEnd type="none" w="med" len="med"/>
          </a:ln>
        </p:spPr>
      </p:cxnSp>
      <p:cxnSp>
        <p:nvCxnSpPr>
          <p:cNvPr id="74" name=""/>
          <p:cNvCxnSpPr>
            <a:stCxn xmlns:a="http://schemas.openxmlformats.org/drawingml/2006/main" id="21" idx="4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8001000" y="2400300"/>
            <a:ext cx="0" cy="22002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DE3E8"/>
            </a:solidFill>
            <a:prstDash val="solid"/>
            <a:tailEnd type="none" w="med" len="me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446AB3-26E1-4208-8480-ED8BE2FE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6591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Се задржува патека до секој достижен кандидат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53408E-AFDC-47D6-A6F0-23D17C51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8162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Наградите на јазлите се споредуваат со трошоците на рабовите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FE39C5-D331-4601-B488-F6F24C42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143625"/>
            <a:ext cx="21907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4F86C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повеќе тројки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67A7EB-DB30-4522-91A1-70C62AD8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43625"/>
            <a:ext cx="2524125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9050">
            <a:solidFill>
              <a:srgbClr val="398D84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компактен подграф</a:t>
            </a:r>
          </a:p>
        </p:txBody>
      </p:sp>
    </p:spTree>
    <p:extLst>
      <p:ext uri="{BB962C8B-B14F-4D97-AF65-F5344CB8AC3E}">
        <p14:creationId xmlns:p14="http://schemas.microsoft.com/office/powerpoint/2010/main" val="8051948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808456-3393-41C1-B254-1D1F13C0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71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Локален граф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281EA-86E2-41B0-BDA2-FD1841D1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71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Пребарани</a:t>
            </a:r>
          </a:p>
          <a:p xmlns:a="http://schemas.openxmlformats.org/drawingml/2006/main">
            <a:pPr algn="ctr">
              <a:defRPr sz="1800" b="1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ентитети-кандидати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091A7-4A88-4673-BC03-D825A371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71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Доказен контекст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97C38-9B53-4625-9FA3-8BE1101D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71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Одговор од LLM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56FBA8-7417-475A-85FD-1C5D4FC2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00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B4BE"/>
          </a:solidFill>
          <a:ln xmlns:a="http://schemas.openxmlformats.org/drawingml/2006/main" w="0">
            <a:solidFill>
              <a:srgbClr val="A9B4B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CB85E-61A0-4C3A-B658-49A01DD5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00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B4BE"/>
          </a:solidFill>
          <a:ln xmlns:a="http://schemas.openxmlformats.org/drawingml/2006/main" w="0">
            <a:solidFill>
              <a:srgbClr val="A9B4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B068B5-5385-4867-986A-711BD042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00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B4BE"/>
          </a:solidFill>
          <a:ln xmlns:a="http://schemas.openxmlformats.org/drawingml/2006/main" w="0">
            <a:solidFill>
              <a:srgbClr val="A9B4B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C1210-BC98-4F54-A1A8-E8A78E45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600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B4BE"/>
          </a:solidFill>
          <a:ln xmlns:a="http://schemas.openxmlformats.org/drawingml/2006/main" w="0">
            <a:solidFill>
              <a:srgbClr val="A9B4BE"/>
            </a:solidFill>
            <a:prstDash val="solid"/>
          </a:ln>
        </p:spPr>
      </p:sp>
      <p:cxnSp>
        <p:nvCxnSpPr>
          <p:cNvPr id="49" name=""/>
          <p:cNvCxnSpPr>
            <a:stCxn xmlns:a="http://schemas.openxmlformats.org/drawingml/2006/main" id="5" idx="6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1619250" y="1647825"/>
            <a:ext cx="2809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9B4BE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4524375" y="1647825"/>
            <a:ext cx="2905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9B4BE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7524750" y="1647825"/>
            <a:ext cx="2809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9B4BE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D2249-1C51-4609-8DF2-5645FC41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28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4DAC9C-5107-48E1-9760-C04E4232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050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7761F6-54AE-4DC9-B277-8D8B28FD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933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47EDD5-6C65-430A-96CE-0CC4D6A3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5528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E"/>
          </a:solidFill>
          <a:ln xmlns:a="http://schemas.openxmlformats.org/drawingml/2006/main" w="23813">
            <a:solidFill>
              <a:srgbClr val="4E9B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E76934-82D7-4F6D-B250-0034AF00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467100"/>
            <a:ext cx="400050" cy="400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E9B69"/>
            </a:solidFill>
            <a:prstDash val="dot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A8CCF5-A2BC-412F-A853-A2979BC1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7433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cxnSp>
        <p:nvCxnSpPr>
          <p:cNvPr id="58" name=""/>
          <p:cNvCxnSpPr>
            <a:stCxn xmlns:a="http://schemas.openxmlformats.org/drawingml/2006/main" id="12" idx="7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V="1">
            <a:off x="890447" y="2700197"/>
            <a:ext cx="457480" cy="36223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59" name=""/>
          <p:cNvCxnSpPr>
            <a:stCxn xmlns:a="http://schemas.openxmlformats.org/drawingml/2006/main" id="13" idx="5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509572" y="2700197"/>
            <a:ext cx="505105" cy="26698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60" name=""/>
          <p:cNvCxnSpPr>
            <a:stCxn xmlns:a="http://schemas.openxmlformats.org/drawingml/2006/main" id="14" idx="5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176322" y="3128822"/>
            <a:ext cx="266980" cy="45748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61" name=""/>
          <p:cNvCxnSpPr>
            <a:stCxn xmlns:a="http://schemas.openxmlformats.org/drawingml/2006/main" id="14" idx="3"/>
            <a:endCxn xmlns:a="http://schemas.openxmlformats.org/drawingml/2006/main" id="17" idx="7"/>
          </p:cNvCxnSpPr>
          <p:nvPr/>
        </p:nvCxnSpPr>
        <p:spPr>
          <a:xfrm xmlns:a="http://schemas.openxmlformats.org/drawingml/2006/main" flipH="1">
            <a:off x="1652447" y="3128822"/>
            <a:ext cx="362230" cy="64798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62" name=""/>
          <p:cNvCxnSpPr>
            <a:stCxn xmlns:a="http://schemas.openxmlformats.org/drawingml/2006/main" id="17" idx="1"/>
            <a:endCxn xmlns:a="http://schemas.openxmlformats.org/drawingml/2006/main" id="12" idx="5"/>
          </p:cNvCxnSpPr>
          <p:nvPr/>
        </p:nvCxnSpPr>
        <p:spPr>
          <a:xfrm xmlns:a="http://schemas.openxmlformats.org/drawingml/2006/main" flipH="1" flipV="1">
            <a:off x="890447" y="3224072"/>
            <a:ext cx="600355" cy="55273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3746"/>
            </a:solidFill>
            <a:prstDash val="solid"/>
            <a:tailEnd type="non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B305A7-167B-4DE9-9982-6F3FF1D7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336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23813">
            <a:solidFill>
              <a:srgbClr val="E5A23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697FF1-A6EF-40B3-A301-C9AA06B9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52675"/>
            <a:ext cx="1190625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C7F909-9154-4537-B00D-DD5044FF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813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E"/>
          </a:solidFill>
          <a:ln xmlns:a="http://schemas.openxmlformats.org/drawingml/2006/main" w="23813">
            <a:solidFill>
              <a:srgbClr val="4E9B6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01D108-20B1-4E02-8798-47848457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95600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E9B69"/>
            </a:solidFill>
            <a:prstDash val="dot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4CB8D7-BDB3-4CDB-B8AF-039A71CA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00375"/>
            <a:ext cx="1019175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28B54D-CC3E-4E8D-BC1B-C39006BA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290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23813">
            <a:solidFill>
              <a:srgbClr val="E5A23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4626CF-3301-42F9-A6D8-04E291C9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48075"/>
            <a:ext cx="847725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6C755A-BEFF-4630-BCEA-954B4F40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00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12ABF9-4907-427F-AE8A-934EBBED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7908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149D2A-EF1B-4C4A-AACD-5F1879F7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575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E"/>
          </a:solidFill>
          <a:ln xmlns:a="http://schemas.openxmlformats.org/drawingml/2006/main" w="23813">
            <a:solidFill>
              <a:srgbClr val="4E9B6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91ED8F-4A68-4AF3-BE74-FB5B0DDE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171825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E9B69"/>
            </a:solidFill>
            <a:prstDash val="dot"/>
          </a:ln>
        </p:spPr>
      </p:sp>
      <p:cxnSp>
        <p:nvCxnSpPr>
          <p:cNvPr id="74" name=""/>
          <p:cNvCxnSpPr>
            <a:stCxn xmlns:a="http://schemas.openxmlformats.org/drawingml/2006/main" id="30" idx="7"/>
            <a:endCxn xmlns:a="http://schemas.openxmlformats.org/drawingml/2006/main" id="31" idx="3"/>
          </p:cNvCxnSpPr>
          <p:nvPr/>
        </p:nvCxnSpPr>
        <p:spPr>
          <a:xfrm xmlns:a="http://schemas.openxmlformats.org/drawingml/2006/main" flipV="1">
            <a:off x="6707432" y="2985947"/>
            <a:ext cx="688870" cy="450745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263746"/>
            </a:solidFill>
            <a:prstDash val="solid"/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31" idx="5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7557947" y="2985947"/>
            <a:ext cx="688870" cy="3078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DE3E8"/>
            </a:solidFill>
            <a:prstDash val="dash"/>
            <a:tail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D17122-A077-4AB9-9A6E-28584CCE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867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23813">
            <a:solidFill>
              <a:srgbClr val="E5A23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71821F-C3C1-46FE-8E6C-A2ED6207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3909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вратен одговор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0AB659-53E3-4230-A2B7-8E2FC209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89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E9B6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E9B69"/>
                </a:solidFill>
                <a:latin typeface="Arial"/>
                <a:ea typeface="Arial"/>
                <a:cs typeface="Arial"/>
              </a:rPr>
              <a:t>точниот ентитет е присутен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C3CE11-42F8-4748-BC58-4C4D0107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62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но не е вратен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DAAACA-CA7F-4DE9-A998-F4EB85FB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9055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Загубата може да настане и по пребарувањето</a:t>
            </a:r>
          </a:p>
        </p:txBody>
      </p:sp>
    </p:spTree>
    <p:extLst>
      <p:ext uri="{BB962C8B-B14F-4D97-AF65-F5344CB8AC3E}">
        <p14:creationId xmlns:p14="http://schemas.microsoft.com/office/powerpoint/2010/main" val="3439678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2026-09-07T19:52:04.8350000Z</dcterms:created>
  <dcterms:modified xsi:type="dcterms:W3CDTF">2026-09-07T19:52:04.8350000Z</dcterms:modified>
</coreProperties>
</file>